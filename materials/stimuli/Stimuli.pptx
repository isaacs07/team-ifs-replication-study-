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6"/>
  </p:notesMasterIdLst>
  <p:sldIdLst>
    <p:sldId id="256" r:id="rId2"/>
    <p:sldId id="257" r:id="rId3"/>
    <p:sldId id="258" r:id="rId4"/>
    <p:sldId id="420" r:id="rId5"/>
    <p:sldId id="421" r:id="rId6"/>
    <p:sldId id="422" r:id="rId7"/>
    <p:sldId id="259" r:id="rId8"/>
    <p:sldId id="423" r:id="rId9"/>
    <p:sldId id="424" r:id="rId10"/>
    <p:sldId id="425" r:id="rId11"/>
    <p:sldId id="266" r:id="rId12"/>
    <p:sldId id="426" r:id="rId13"/>
    <p:sldId id="427" r:id="rId14"/>
    <p:sldId id="428" r:id="rId15"/>
    <p:sldId id="270" r:id="rId16"/>
    <p:sldId id="429" r:id="rId17"/>
    <p:sldId id="430" r:id="rId18"/>
    <p:sldId id="431" r:id="rId19"/>
    <p:sldId id="274" r:id="rId20"/>
    <p:sldId id="432" r:id="rId21"/>
    <p:sldId id="433" r:id="rId22"/>
    <p:sldId id="434" r:id="rId23"/>
    <p:sldId id="278" r:id="rId24"/>
    <p:sldId id="435" r:id="rId25"/>
    <p:sldId id="436" r:id="rId26"/>
    <p:sldId id="437" r:id="rId27"/>
    <p:sldId id="282" r:id="rId28"/>
    <p:sldId id="438" r:id="rId29"/>
    <p:sldId id="439" r:id="rId30"/>
    <p:sldId id="440" r:id="rId31"/>
    <p:sldId id="283" r:id="rId32"/>
    <p:sldId id="441" r:id="rId33"/>
    <p:sldId id="442" r:id="rId34"/>
    <p:sldId id="443" r:id="rId35"/>
    <p:sldId id="284" r:id="rId36"/>
    <p:sldId id="444" r:id="rId37"/>
    <p:sldId id="445" r:id="rId38"/>
    <p:sldId id="446" r:id="rId39"/>
    <p:sldId id="285" r:id="rId40"/>
    <p:sldId id="447" r:id="rId41"/>
    <p:sldId id="448" r:id="rId42"/>
    <p:sldId id="449" r:id="rId43"/>
    <p:sldId id="286" r:id="rId44"/>
    <p:sldId id="450" r:id="rId45"/>
    <p:sldId id="451" r:id="rId46"/>
    <p:sldId id="452" r:id="rId47"/>
    <p:sldId id="287" r:id="rId48"/>
    <p:sldId id="453" r:id="rId49"/>
    <p:sldId id="454" r:id="rId50"/>
    <p:sldId id="455" r:id="rId51"/>
    <p:sldId id="288" r:id="rId52"/>
    <p:sldId id="456" r:id="rId53"/>
    <p:sldId id="457" r:id="rId54"/>
    <p:sldId id="458" r:id="rId55"/>
    <p:sldId id="289" r:id="rId56"/>
    <p:sldId id="459" r:id="rId57"/>
    <p:sldId id="460" r:id="rId58"/>
    <p:sldId id="461" r:id="rId59"/>
    <p:sldId id="290" r:id="rId60"/>
    <p:sldId id="462" r:id="rId61"/>
    <p:sldId id="463" r:id="rId62"/>
    <p:sldId id="464" r:id="rId63"/>
    <p:sldId id="291" r:id="rId64"/>
    <p:sldId id="465" r:id="rId65"/>
    <p:sldId id="466" r:id="rId66"/>
    <p:sldId id="467" r:id="rId67"/>
    <p:sldId id="292" r:id="rId68"/>
    <p:sldId id="468" r:id="rId69"/>
    <p:sldId id="469" r:id="rId70"/>
    <p:sldId id="470" r:id="rId71"/>
    <p:sldId id="293" r:id="rId72"/>
    <p:sldId id="471" r:id="rId73"/>
    <p:sldId id="472" r:id="rId74"/>
    <p:sldId id="473" r:id="rId75"/>
    <p:sldId id="294" r:id="rId76"/>
    <p:sldId id="474" r:id="rId77"/>
    <p:sldId id="475" r:id="rId78"/>
    <p:sldId id="476" r:id="rId79"/>
    <p:sldId id="295" r:id="rId80"/>
    <p:sldId id="477" r:id="rId81"/>
    <p:sldId id="478" r:id="rId82"/>
    <p:sldId id="479" r:id="rId83"/>
    <p:sldId id="480" r:id="rId84"/>
    <p:sldId id="481" r:id="rId85"/>
    <p:sldId id="482" r:id="rId86"/>
    <p:sldId id="483" r:id="rId87"/>
    <p:sldId id="484" r:id="rId88"/>
    <p:sldId id="485" r:id="rId89"/>
    <p:sldId id="486" r:id="rId90"/>
    <p:sldId id="487" r:id="rId91"/>
    <p:sldId id="488" r:id="rId92"/>
    <p:sldId id="489" r:id="rId93"/>
    <p:sldId id="490" r:id="rId94"/>
    <p:sldId id="491" r:id="rId95"/>
    <p:sldId id="492" r:id="rId96"/>
    <p:sldId id="493" r:id="rId97"/>
    <p:sldId id="494" r:id="rId98"/>
    <p:sldId id="495" r:id="rId99"/>
    <p:sldId id="496" r:id="rId100"/>
    <p:sldId id="497" r:id="rId101"/>
    <p:sldId id="498" r:id="rId102"/>
    <p:sldId id="499" r:id="rId103"/>
    <p:sldId id="500" r:id="rId104"/>
    <p:sldId id="501" r:id="rId105"/>
    <p:sldId id="502" r:id="rId106"/>
    <p:sldId id="503" r:id="rId107"/>
    <p:sldId id="504" r:id="rId108"/>
    <p:sldId id="505" r:id="rId109"/>
    <p:sldId id="506" r:id="rId110"/>
    <p:sldId id="507" r:id="rId111"/>
    <p:sldId id="508" r:id="rId112"/>
    <p:sldId id="509" r:id="rId113"/>
    <p:sldId id="510" r:id="rId114"/>
    <p:sldId id="511" r:id="rId115"/>
    <p:sldId id="512" r:id="rId116"/>
    <p:sldId id="513" r:id="rId117"/>
    <p:sldId id="514" r:id="rId118"/>
    <p:sldId id="515" r:id="rId119"/>
    <p:sldId id="516" r:id="rId120"/>
    <p:sldId id="517" r:id="rId121"/>
    <p:sldId id="518" r:id="rId122"/>
    <p:sldId id="519" r:id="rId123"/>
    <p:sldId id="520" r:id="rId124"/>
    <p:sldId id="521" r:id="rId125"/>
    <p:sldId id="522" r:id="rId126"/>
    <p:sldId id="523" r:id="rId127"/>
    <p:sldId id="524" r:id="rId128"/>
    <p:sldId id="525" r:id="rId129"/>
    <p:sldId id="526" r:id="rId130"/>
    <p:sldId id="527" r:id="rId131"/>
    <p:sldId id="528" r:id="rId132"/>
    <p:sldId id="529" r:id="rId133"/>
    <p:sldId id="530" r:id="rId134"/>
    <p:sldId id="531" r:id="rId135"/>
    <p:sldId id="532" r:id="rId136"/>
    <p:sldId id="533" r:id="rId137"/>
    <p:sldId id="534" r:id="rId138"/>
    <p:sldId id="535" r:id="rId139"/>
    <p:sldId id="536" r:id="rId140"/>
    <p:sldId id="537" r:id="rId141"/>
    <p:sldId id="538" r:id="rId142"/>
    <p:sldId id="539" r:id="rId143"/>
    <p:sldId id="540" r:id="rId144"/>
    <p:sldId id="541" r:id="rId145"/>
    <p:sldId id="542" r:id="rId146"/>
    <p:sldId id="543" r:id="rId147"/>
    <p:sldId id="544" r:id="rId148"/>
    <p:sldId id="545" r:id="rId149"/>
    <p:sldId id="546" r:id="rId150"/>
    <p:sldId id="547" r:id="rId151"/>
    <p:sldId id="548" r:id="rId152"/>
    <p:sldId id="549" r:id="rId153"/>
    <p:sldId id="550" r:id="rId154"/>
    <p:sldId id="551" r:id="rId155"/>
    <p:sldId id="552" r:id="rId156"/>
    <p:sldId id="553" r:id="rId157"/>
    <p:sldId id="554" r:id="rId158"/>
    <p:sldId id="555" r:id="rId159"/>
    <p:sldId id="556" r:id="rId160"/>
    <p:sldId id="557" r:id="rId161"/>
    <p:sldId id="558" r:id="rId162"/>
    <p:sldId id="559" r:id="rId163"/>
    <p:sldId id="560" r:id="rId164"/>
    <p:sldId id="561" r:id="rId16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0E088-A79C-E242-82D8-17B4BE1073D4}" v="90" dt="2026-06-18T17:53:44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26"/>
    <p:restoredTop sz="94630"/>
  </p:normalViewPr>
  <p:slideViewPr>
    <p:cSldViewPr snapToGrid="0">
      <p:cViewPr varScale="1">
        <p:scale>
          <a:sx n="113" d="100"/>
          <a:sy n="113" d="100"/>
        </p:scale>
        <p:origin x="5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tableStyles" Target="tableStyles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microsoft.com/office/2016/11/relationships/changesInfo" Target="changesInfos/changesInfo1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61" Type="http://schemas.openxmlformats.org/officeDocument/2006/relationships/slide" Target="slides/slide160.xml"/><Relationship Id="rId16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2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UNG, FIONA (PGR)" userId="bd5d4c77-7594-4285-b702-3d140c61ae9d" providerId="ADAL" clId="{494CCF3F-8F84-59D1-90EB-590C829E519F}"/>
    <pc:docChg chg="undo custSel addSld delSld modSld">
      <pc:chgData name="CHUNG, FIONA (PGR)" userId="bd5d4c77-7594-4285-b702-3d140c61ae9d" providerId="ADAL" clId="{494CCF3F-8F84-59D1-90EB-590C829E519F}" dt="2026-06-18T17:53:45.160" v="2339" actId="122"/>
      <pc:docMkLst>
        <pc:docMk/>
      </pc:docMkLst>
      <pc:sldChg chg="addSp delSp modSp mod modNotesTx">
        <pc:chgData name="CHUNG, FIONA (PGR)" userId="bd5d4c77-7594-4285-b702-3d140c61ae9d" providerId="ADAL" clId="{494CCF3F-8F84-59D1-90EB-590C829E519F}" dt="2026-06-18T17:26:36.923" v="1633" actId="20577"/>
        <pc:sldMkLst>
          <pc:docMk/>
          <pc:sldMk cId="3640278125" sldId="256"/>
        </pc:sldMkLst>
        <pc:spChg chg="add mod">
          <ac:chgData name="CHUNG, FIONA (PGR)" userId="bd5d4c77-7594-4285-b702-3d140c61ae9d" providerId="ADAL" clId="{494CCF3F-8F84-59D1-90EB-590C829E519F}" dt="2026-06-18T17:25:45.533" v="1605" actId="20577"/>
          <ac:spMkLst>
            <pc:docMk/>
            <pc:sldMk cId="3640278125" sldId="256"/>
            <ac:spMk id="8" creationId="{2DD9E02C-2DAC-9B55-518B-D271D6130C6B}"/>
          </ac:spMkLst>
        </pc:spChg>
        <pc:picChg chg="add mod">
          <ac:chgData name="CHUNG, FIONA (PGR)" userId="bd5d4c77-7594-4285-b702-3d140c61ae9d" providerId="ADAL" clId="{494CCF3F-8F84-59D1-90EB-590C829E519F}" dt="2026-06-18T17:20:10.551" v="1576" actId="1076"/>
          <ac:picMkLst>
            <pc:docMk/>
            <pc:sldMk cId="3640278125" sldId="256"/>
            <ac:picMk id="3" creationId="{EC930A24-AD48-11BB-9FEF-582A96A8A328}"/>
          </ac:picMkLst>
        </pc:picChg>
        <pc:picChg chg="add del mod">
          <ac:chgData name="CHUNG, FIONA (PGR)" userId="bd5d4c77-7594-4285-b702-3d140c61ae9d" providerId="ADAL" clId="{494CCF3F-8F84-59D1-90EB-590C829E519F}" dt="2026-06-18T17:19:57.771" v="1571" actId="478"/>
          <ac:picMkLst>
            <pc:docMk/>
            <pc:sldMk cId="3640278125" sldId="256"/>
            <ac:picMk id="5" creationId="{8F3B58C8-89CB-D830-6B9E-3DD389E6C6DE}"/>
          </ac:picMkLst>
        </pc:picChg>
        <pc:picChg chg="add del mod">
          <ac:chgData name="CHUNG, FIONA (PGR)" userId="bd5d4c77-7594-4285-b702-3d140c61ae9d" providerId="ADAL" clId="{494CCF3F-8F84-59D1-90EB-590C829E519F}" dt="2026-06-17T10:53:50.076" v="5" actId="21"/>
          <ac:picMkLst>
            <pc:docMk/>
            <pc:sldMk cId="3640278125" sldId="256"/>
            <ac:picMk id="7" creationId="{C1010D7F-1F75-75A5-9105-E744FD6CA40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25:54.169" v="1607" actId="20577"/>
        <pc:sldMkLst>
          <pc:docMk/>
          <pc:sldMk cId="947939908" sldId="257"/>
        </pc:sldMkLst>
        <pc:spChg chg="add del mod">
          <ac:chgData name="CHUNG, FIONA (PGR)" userId="bd5d4c77-7594-4285-b702-3d140c61ae9d" providerId="ADAL" clId="{494CCF3F-8F84-59D1-90EB-590C829E519F}" dt="2026-06-18T17:23:56.312" v="1582" actId="478"/>
          <ac:spMkLst>
            <pc:docMk/>
            <pc:sldMk cId="947939908" sldId="257"/>
            <ac:spMk id="4" creationId="{041CA1C7-C54D-3DEC-B506-628626B3F8AE}"/>
          </ac:spMkLst>
        </pc:spChg>
        <pc:spChg chg="add mod">
          <ac:chgData name="CHUNG, FIONA (PGR)" userId="bd5d4c77-7594-4285-b702-3d140c61ae9d" providerId="ADAL" clId="{494CCF3F-8F84-59D1-90EB-590C829E519F}" dt="2026-06-18T17:25:54.169" v="1607" actId="20577"/>
          <ac:spMkLst>
            <pc:docMk/>
            <pc:sldMk cId="947939908" sldId="257"/>
            <ac:spMk id="6" creationId="{20C7E939-5832-BCDE-0052-E4644C3F265C}"/>
          </ac:spMkLst>
        </pc:spChg>
        <pc:picChg chg="add del mod">
          <ac:chgData name="CHUNG, FIONA (PGR)" userId="bd5d4c77-7594-4285-b702-3d140c61ae9d" providerId="ADAL" clId="{494CCF3F-8F84-59D1-90EB-590C829E519F}" dt="2026-06-18T17:19:59.132" v="1572" actId="478"/>
          <ac:picMkLst>
            <pc:docMk/>
            <pc:sldMk cId="947939908" sldId="257"/>
            <ac:picMk id="2" creationId="{EEE54809-A046-5C27-B8E2-88C05F2341D1}"/>
          </ac:picMkLst>
        </pc:picChg>
        <pc:picChg chg="add mod">
          <ac:chgData name="CHUNG, FIONA (PGR)" userId="bd5d4c77-7594-4285-b702-3d140c61ae9d" providerId="ADAL" clId="{494CCF3F-8F84-59D1-90EB-590C829E519F}" dt="2026-06-18T17:20:27.455" v="1578"/>
          <ac:picMkLst>
            <pc:docMk/>
            <pc:sldMk cId="947939908" sldId="257"/>
            <ac:picMk id="5" creationId="{E73C89FC-BAB2-DE4F-A58B-07A407655299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26:27.829" v="1631" actId="20577"/>
        <pc:sldMkLst>
          <pc:docMk/>
          <pc:sldMk cId="2064136284" sldId="258"/>
        </pc:sldMkLst>
        <pc:spChg chg="add mod">
          <ac:chgData name="CHUNG, FIONA (PGR)" userId="bd5d4c77-7594-4285-b702-3d140c61ae9d" providerId="ADAL" clId="{494CCF3F-8F84-59D1-90EB-590C829E519F}" dt="2026-06-18T17:25:59.680" v="1609" actId="20577"/>
          <ac:spMkLst>
            <pc:docMk/>
            <pc:sldMk cId="2064136284" sldId="258"/>
            <ac:spMk id="2" creationId="{0019DDA4-AEED-C5CC-BBD9-61765724E22C}"/>
          </ac:spMkLst>
        </pc:spChg>
        <pc:spChg chg="add del mod">
          <ac:chgData name="CHUNG, FIONA (PGR)" userId="bd5d4c77-7594-4285-b702-3d140c61ae9d" providerId="ADAL" clId="{494CCF3F-8F84-59D1-90EB-590C829E519F}" dt="2026-06-18T17:24:55.639" v="1593"/>
          <ac:spMkLst>
            <pc:docMk/>
            <pc:sldMk cId="2064136284" sldId="258"/>
            <ac:spMk id="7" creationId="{F7F82C5A-63C5-F5AC-A606-18A9BD2F3404}"/>
          </ac:spMkLst>
        </pc:spChg>
        <pc:picChg chg="add del mod">
          <ac:chgData name="CHUNG, FIONA (PGR)" userId="bd5d4c77-7594-4285-b702-3d140c61ae9d" providerId="ADAL" clId="{494CCF3F-8F84-59D1-90EB-590C829E519F}" dt="2026-06-18T17:25:20.713" v="1594" actId="478"/>
          <ac:picMkLst>
            <pc:docMk/>
            <pc:sldMk cId="2064136284" sldId="258"/>
            <ac:picMk id="3" creationId="{3DF7F217-CC97-0473-C165-9A3479795412}"/>
          </ac:picMkLst>
        </pc:picChg>
        <pc:picChg chg="add mod">
          <ac:chgData name="CHUNG, FIONA (PGR)" userId="bd5d4c77-7594-4285-b702-3d140c61ae9d" providerId="ADAL" clId="{494CCF3F-8F84-59D1-90EB-590C829E519F}" dt="2026-06-18T17:25:28.337" v="1597" actId="1076"/>
          <ac:picMkLst>
            <pc:docMk/>
            <pc:sldMk cId="2064136284" sldId="258"/>
            <ac:picMk id="5" creationId="{57834374-4704-4D7C-5AB5-729B9AB79BF9}"/>
          </ac:picMkLst>
        </pc:picChg>
        <pc:picChg chg="add del mod">
          <ac:chgData name="CHUNG, FIONA (PGR)" userId="bd5d4c77-7594-4285-b702-3d140c61ae9d" providerId="ADAL" clId="{494CCF3F-8F84-59D1-90EB-590C829E519F}" dt="2026-06-17T11:00:06.588" v="25" actId="478"/>
          <ac:picMkLst>
            <pc:docMk/>
            <pc:sldMk cId="2064136284" sldId="258"/>
            <ac:picMk id="5" creationId="{E2B35AB4-12E6-BB26-9FB9-B82FE47CD136}"/>
          </ac:picMkLst>
        </pc:picChg>
      </pc:sldChg>
      <pc:sldChg chg="addSp delSp modSp add mod modNotesTx">
        <pc:chgData name="CHUNG, FIONA (PGR)" userId="bd5d4c77-7594-4285-b702-3d140c61ae9d" providerId="ADAL" clId="{494CCF3F-8F84-59D1-90EB-590C829E519F}" dt="2026-06-18T17:27:16.779" v="1639" actId="20577"/>
        <pc:sldMkLst>
          <pc:docMk/>
          <pc:sldMk cId="666731426" sldId="259"/>
        </pc:sldMkLst>
        <pc:spChg chg="add mod">
          <ac:chgData name="CHUNG, FIONA (PGR)" userId="bd5d4c77-7594-4285-b702-3d140c61ae9d" providerId="ADAL" clId="{494CCF3F-8F84-59D1-90EB-590C829E519F}" dt="2026-06-18T17:27:16.779" v="1639" actId="20577"/>
          <ac:spMkLst>
            <pc:docMk/>
            <pc:sldMk cId="666731426" sldId="259"/>
            <ac:spMk id="4" creationId="{BDA17AAD-5F7A-1023-A99D-E826B29FE983}"/>
          </ac:spMkLst>
        </pc:spChg>
        <pc:picChg chg="add mod">
          <ac:chgData name="CHUNG, FIONA (PGR)" userId="bd5d4c77-7594-4285-b702-3d140c61ae9d" providerId="ADAL" clId="{494CCF3F-8F84-59D1-90EB-590C829E519F}" dt="2026-06-18T17:26:50.608" v="1636"/>
          <ac:picMkLst>
            <pc:docMk/>
            <pc:sldMk cId="666731426" sldId="259"/>
            <ac:picMk id="3" creationId="{177890EA-34AD-FEA5-3240-DC3248632453}"/>
          </ac:picMkLst>
        </pc:picChg>
        <pc:picChg chg="del">
          <ac:chgData name="CHUNG, FIONA (PGR)" userId="bd5d4c77-7594-4285-b702-3d140c61ae9d" providerId="ADAL" clId="{494CCF3F-8F84-59D1-90EB-590C829E519F}" dt="2026-06-17T11:00:08.947" v="27" actId="478"/>
          <ac:picMkLst>
            <pc:docMk/>
            <pc:sldMk cId="666731426" sldId="259"/>
            <ac:picMk id="3" creationId="{2CBC0B85-8078-7BE7-F85E-279F0781AC65}"/>
          </ac:picMkLst>
        </pc:picChg>
        <pc:picChg chg="del mod">
          <ac:chgData name="CHUNG, FIONA (PGR)" userId="bd5d4c77-7594-4285-b702-3d140c61ae9d" providerId="ADAL" clId="{494CCF3F-8F84-59D1-90EB-590C829E519F}" dt="2026-06-18T17:26:48.230" v="1634" actId="478"/>
          <ac:picMkLst>
            <pc:docMk/>
            <pc:sldMk cId="666731426" sldId="259"/>
            <ac:picMk id="5" creationId="{01020B16-8C86-B805-1E46-6EE387F52E45}"/>
          </ac:picMkLst>
        </pc:picChg>
      </pc:sldChg>
      <pc:sldChg chg="modSp add del mod modNotesTx">
        <pc:chgData name="CHUNG, FIONA (PGR)" userId="bd5d4c77-7594-4285-b702-3d140c61ae9d" providerId="ADAL" clId="{494CCF3F-8F84-59D1-90EB-590C829E519F}" dt="2026-06-18T17:25:34.559" v="1598" actId="2696"/>
        <pc:sldMkLst>
          <pc:docMk/>
          <pc:sldMk cId="994803088" sldId="260"/>
        </pc:sldMkLst>
        <pc:spChg chg="mod">
          <ac:chgData name="CHUNG, FIONA (PGR)" userId="bd5d4c77-7594-4285-b702-3d140c61ae9d" providerId="ADAL" clId="{494CCF3F-8F84-59D1-90EB-590C829E519F}" dt="2026-06-17T11:01:00.385" v="36" actId="20577"/>
          <ac:spMkLst>
            <pc:docMk/>
            <pc:sldMk cId="994803088" sldId="260"/>
            <ac:spMk id="7" creationId="{8DB1BF24-086A-1458-EB9F-60726155C4EA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5:34.559" v="1598" actId="2696"/>
        <pc:sldMkLst>
          <pc:docMk/>
          <pc:sldMk cId="3034235319" sldId="261"/>
        </pc:sldMkLst>
        <pc:spChg chg="mod">
          <ac:chgData name="CHUNG, FIONA (PGR)" userId="bd5d4c77-7594-4285-b702-3d140c61ae9d" providerId="ADAL" clId="{494CCF3F-8F84-59D1-90EB-590C829E519F}" dt="2026-06-18T16:33:45.166" v="1561" actId="313"/>
          <ac:spMkLst>
            <pc:docMk/>
            <pc:sldMk cId="3034235319" sldId="261"/>
            <ac:spMk id="7" creationId="{6900E579-9F90-9882-7E0C-E3C72AD04D9E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5:34.559" v="1598" actId="2696"/>
        <pc:sldMkLst>
          <pc:docMk/>
          <pc:sldMk cId="4239109239" sldId="262"/>
        </pc:sldMkLst>
        <pc:spChg chg="mod">
          <ac:chgData name="CHUNG, FIONA (PGR)" userId="bd5d4c77-7594-4285-b702-3d140c61ae9d" providerId="ADAL" clId="{494CCF3F-8F84-59D1-90EB-590C829E519F}" dt="2026-06-18T16:33:46.635" v="1562" actId="313"/>
          <ac:spMkLst>
            <pc:docMk/>
            <pc:sldMk cId="4239109239" sldId="262"/>
            <ac:spMk id="7" creationId="{5F4F4AD9-14E2-8808-AC20-4CF884162CC6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6:55.934" v="1637" actId="2696"/>
        <pc:sldMkLst>
          <pc:docMk/>
          <pc:sldMk cId="3583061671" sldId="263"/>
        </pc:sldMkLst>
        <pc:spChg chg="mod">
          <ac:chgData name="CHUNG, FIONA (PGR)" userId="bd5d4c77-7594-4285-b702-3d140c61ae9d" providerId="ADAL" clId="{494CCF3F-8F84-59D1-90EB-590C829E519F}" dt="2026-06-17T11:01:51.615" v="54" actId="20577"/>
          <ac:spMkLst>
            <pc:docMk/>
            <pc:sldMk cId="3583061671" sldId="263"/>
            <ac:spMk id="4" creationId="{C153B1B4-F84A-7A53-3061-32741C965AE1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6:55.934" v="1637" actId="2696"/>
        <pc:sldMkLst>
          <pc:docMk/>
          <pc:sldMk cId="3221329832" sldId="264"/>
        </pc:sldMkLst>
        <pc:spChg chg="mod">
          <ac:chgData name="CHUNG, FIONA (PGR)" userId="bd5d4c77-7594-4285-b702-3d140c61ae9d" providerId="ADAL" clId="{494CCF3F-8F84-59D1-90EB-590C829E519F}" dt="2026-06-17T11:01:59.589" v="58" actId="1076"/>
          <ac:spMkLst>
            <pc:docMk/>
            <pc:sldMk cId="3221329832" sldId="264"/>
            <ac:spMk id="4" creationId="{496FD6B9-8BA4-6D50-3D92-F9FC21E250AB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6:55.934" v="1637" actId="2696"/>
        <pc:sldMkLst>
          <pc:docMk/>
          <pc:sldMk cId="3728230413" sldId="265"/>
        </pc:sldMkLst>
        <pc:spChg chg="mod">
          <ac:chgData name="CHUNG, FIONA (PGR)" userId="bd5d4c77-7594-4285-b702-3d140c61ae9d" providerId="ADAL" clId="{494CCF3F-8F84-59D1-90EB-590C829E519F}" dt="2026-06-17T11:02:02.200" v="60" actId="20577"/>
          <ac:spMkLst>
            <pc:docMk/>
            <pc:sldMk cId="3728230413" sldId="265"/>
            <ac:spMk id="4" creationId="{B686F5A8-8CB0-A927-60D8-39C184A551B8}"/>
          </ac:spMkLst>
        </pc:spChg>
      </pc:sldChg>
      <pc:sldChg chg="add del">
        <pc:chgData name="CHUNG, FIONA (PGR)" userId="bd5d4c77-7594-4285-b702-3d140c61ae9d" providerId="ADAL" clId="{494CCF3F-8F84-59D1-90EB-590C829E519F}" dt="2026-06-17T11:01:48.691" v="52" actId="2890"/>
        <pc:sldMkLst>
          <pc:docMk/>
          <pc:sldMk cId="523863313" sldId="266"/>
        </pc:sldMkLst>
      </pc:sldChg>
      <pc:sldChg chg="addSp delSp modSp new mod modNotesTx">
        <pc:chgData name="CHUNG, FIONA (PGR)" userId="bd5d4c77-7594-4285-b702-3d140c61ae9d" providerId="ADAL" clId="{494CCF3F-8F84-59D1-90EB-590C829E519F}" dt="2026-06-18T17:28:19.206" v="1668" actId="20577"/>
        <pc:sldMkLst>
          <pc:docMk/>
          <pc:sldMk cId="2291689002" sldId="266"/>
        </pc:sldMkLst>
        <pc:spChg chg="add mod">
          <ac:chgData name="CHUNG, FIONA (PGR)" userId="bd5d4c77-7594-4285-b702-3d140c61ae9d" providerId="ADAL" clId="{494CCF3F-8F84-59D1-90EB-590C829E519F}" dt="2026-06-18T17:28:19.206" v="1668" actId="20577"/>
          <ac:spMkLst>
            <pc:docMk/>
            <pc:sldMk cId="2291689002" sldId="266"/>
            <ac:spMk id="4" creationId="{A31B3065-18FB-B430-3BB2-C346CB961D14}"/>
          </ac:spMkLst>
        </pc:spChg>
        <pc:picChg chg="add del mod">
          <ac:chgData name="CHUNG, FIONA (PGR)" userId="bd5d4c77-7594-4285-b702-3d140c61ae9d" providerId="ADAL" clId="{494CCF3F-8F84-59D1-90EB-590C829E519F}" dt="2026-06-18T17:27:56.042" v="1656" actId="478"/>
          <ac:picMkLst>
            <pc:docMk/>
            <pc:sldMk cId="2291689002" sldId="266"/>
            <ac:picMk id="3" creationId="{8AFE4280-5453-8CED-55F3-629A0718ED06}"/>
          </ac:picMkLst>
        </pc:picChg>
        <pc:picChg chg="add mod">
          <ac:chgData name="CHUNG, FIONA (PGR)" userId="bd5d4c77-7594-4285-b702-3d140c61ae9d" providerId="ADAL" clId="{494CCF3F-8F84-59D1-90EB-590C829E519F}" dt="2026-06-18T17:28:00.476" v="1659" actId="1076"/>
          <ac:picMkLst>
            <pc:docMk/>
            <pc:sldMk cId="2291689002" sldId="266"/>
            <ac:picMk id="5" creationId="{039563DD-455C-75B4-7F92-8ABB9F8158CF}"/>
          </ac:picMkLst>
        </pc:picChg>
      </pc:sldChg>
      <pc:sldChg chg="modSp add del mod modNotesTx">
        <pc:chgData name="CHUNG, FIONA (PGR)" userId="bd5d4c77-7594-4285-b702-3d140c61ae9d" providerId="ADAL" clId="{494CCF3F-8F84-59D1-90EB-590C829E519F}" dt="2026-06-18T17:28:08.006" v="1660" actId="2696"/>
        <pc:sldMkLst>
          <pc:docMk/>
          <pc:sldMk cId="848442568" sldId="267"/>
        </pc:sldMkLst>
        <pc:spChg chg="mod">
          <ac:chgData name="CHUNG, FIONA (PGR)" userId="bd5d4c77-7594-4285-b702-3d140c61ae9d" providerId="ADAL" clId="{494CCF3F-8F84-59D1-90EB-590C829E519F}" dt="2026-06-18T16:33:53.102" v="1564" actId="313"/>
          <ac:spMkLst>
            <pc:docMk/>
            <pc:sldMk cId="848442568" sldId="267"/>
            <ac:spMk id="4" creationId="{D0470F64-AB15-1914-E826-679798E4693D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8:08.006" v="1660" actId="2696"/>
        <pc:sldMkLst>
          <pc:docMk/>
          <pc:sldMk cId="116982129" sldId="268"/>
        </pc:sldMkLst>
        <pc:spChg chg="mod">
          <ac:chgData name="CHUNG, FIONA (PGR)" userId="bd5d4c77-7594-4285-b702-3d140c61ae9d" providerId="ADAL" clId="{494CCF3F-8F84-59D1-90EB-590C829E519F}" dt="2026-06-18T16:33:53.507" v="1565" actId="313"/>
          <ac:spMkLst>
            <pc:docMk/>
            <pc:sldMk cId="116982129" sldId="268"/>
            <ac:spMk id="4" creationId="{A4FE4077-9CE7-14B3-7049-DA47FB5E4D7C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8:08.006" v="1660" actId="2696"/>
        <pc:sldMkLst>
          <pc:docMk/>
          <pc:sldMk cId="2981173671" sldId="269"/>
        </pc:sldMkLst>
        <pc:spChg chg="mod">
          <ac:chgData name="CHUNG, FIONA (PGR)" userId="bd5d4c77-7594-4285-b702-3d140c61ae9d" providerId="ADAL" clId="{494CCF3F-8F84-59D1-90EB-590C829E519F}" dt="2026-06-18T16:33:54.209" v="1566" actId="313"/>
          <ac:spMkLst>
            <pc:docMk/>
            <pc:sldMk cId="2981173671" sldId="269"/>
            <ac:spMk id="4" creationId="{3690D1D1-D3B9-ED2D-3AC6-FA866CA0B9F1}"/>
          </ac:spMkLst>
        </pc:spChg>
      </pc:sldChg>
      <pc:sldChg chg="addSp delSp modSp new mod modNotesTx">
        <pc:chgData name="CHUNG, FIONA (PGR)" userId="bd5d4c77-7594-4285-b702-3d140c61ae9d" providerId="ADAL" clId="{494CCF3F-8F84-59D1-90EB-590C829E519F}" dt="2026-06-18T17:28:49.872" v="1687" actId="20577"/>
        <pc:sldMkLst>
          <pc:docMk/>
          <pc:sldMk cId="4000927588" sldId="270"/>
        </pc:sldMkLst>
        <pc:spChg chg="add mod">
          <ac:chgData name="CHUNG, FIONA (PGR)" userId="bd5d4c77-7594-4285-b702-3d140c61ae9d" providerId="ADAL" clId="{494CCF3F-8F84-59D1-90EB-590C829E519F}" dt="2026-06-18T17:28:49.872" v="1687" actId="20577"/>
          <ac:spMkLst>
            <pc:docMk/>
            <pc:sldMk cId="4000927588" sldId="270"/>
            <ac:spMk id="4" creationId="{09C6A6B0-418A-7136-08BE-0570BA3ADE5E}"/>
          </ac:spMkLst>
        </pc:spChg>
        <pc:picChg chg="add del mod">
          <ac:chgData name="CHUNG, FIONA (PGR)" userId="bd5d4c77-7594-4285-b702-3d140c61ae9d" providerId="ADAL" clId="{494CCF3F-8F84-59D1-90EB-590C829E519F}" dt="2026-06-18T17:28:38.343" v="1681" actId="478"/>
          <ac:picMkLst>
            <pc:docMk/>
            <pc:sldMk cId="4000927588" sldId="270"/>
            <ac:picMk id="3" creationId="{EEAB9FEB-D77C-B264-B50E-53D27CBF2E5F}"/>
          </ac:picMkLst>
        </pc:picChg>
        <pc:picChg chg="add mod">
          <ac:chgData name="CHUNG, FIONA (PGR)" userId="bd5d4c77-7594-4285-b702-3d140c61ae9d" providerId="ADAL" clId="{494CCF3F-8F84-59D1-90EB-590C829E519F}" dt="2026-06-18T17:28:40.862" v="1683"/>
          <ac:picMkLst>
            <pc:docMk/>
            <pc:sldMk cId="4000927588" sldId="270"/>
            <ac:picMk id="5" creationId="{6F915F78-3754-E919-6316-C734C1B3837F}"/>
          </ac:picMkLst>
        </pc:picChg>
      </pc:sldChg>
      <pc:sldChg chg="modSp add del mod modNotesTx">
        <pc:chgData name="CHUNG, FIONA (PGR)" userId="bd5d4c77-7594-4285-b702-3d140c61ae9d" providerId="ADAL" clId="{494CCF3F-8F84-59D1-90EB-590C829E519F}" dt="2026-06-18T17:28:36.482" v="1678" actId="2696"/>
        <pc:sldMkLst>
          <pc:docMk/>
          <pc:sldMk cId="2733419760" sldId="271"/>
        </pc:sldMkLst>
        <pc:spChg chg="mod">
          <ac:chgData name="CHUNG, FIONA (PGR)" userId="bd5d4c77-7594-4285-b702-3d140c61ae9d" providerId="ADAL" clId="{494CCF3F-8F84-59D1-90EB-590C829E519F}" dt="2026-06-17T13:27:47.023" v="155" actId="20577"/>
          <ac:spMkLst>
            <pc:docMk/>
            <pc:sldMk cId="2733419760" sldId="271"/>
            <ac:spMk id="4" creationId="{375D4347-DD1E-9BD1-2FAB-716272044313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8:36.488" v="1679" actId="2696"/>
        <pc:sldMkLst>
          <pc:docMk/>
          <pc:sldMk cId="4163934053" sldId="272"/>
        </pc:sldMkLst>
        <pc:spChg chg="mod">
          <ac:chgData name="CHUNG, FIONA (PGR)" userId="bd5d4c77-7594-4285-b702-3d140c61ae9d" providerId="ADAL" clId="{494CCF3F-8F84-59D1-90EB-590C829E519F}" dt="2026-06-17T13:27:49.217" v="157" actId="20577"/>
          <ac:spMkLst>
            <pc:docMk/>
            <pc:sldMk cId="4163934053" sldId="272"/>
            <ac:spMk id="4" creationId="{4E875EAF-8A0D-4120-D8FC-3CBEC6A5FA24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8:36.492" v="1680" actId="2696"/>
        <pc:sldMkLst>
          <pc:docMk/>
          <pc:sldMk cId="3698148720" sldId="273"/>
        </pc:sldMkLst>
        <pc:spChg chg="mod">
          <ac:chgData name="CHUNG, FIONA (PGR)" userId="bd5d4c77-7594-4285-b702-3d140c61ae9d" providerId="ADAL" clId="{494CCF3F-8F84-59D1-90EB-590C829E519F}" dt="2026-06-17T13:27:51.421" v="159" actId="20577"/>
          <ac:spMkLst>
            <pc:docMk/>
            <pc:sldMk cId="3698148720" sldId="273"/>
            <ac:spMk id="4" creationId="{179C46CE-F8FB-C614-20DF-72750E8AB913}"/>
          </ac:spMkLst>
        </pc:spChg>
      </pc:sldChg>
      <pc:sldChg chg="addSp delSp modSp new mod modNotesTx">
        <pc:chgData name="CHUNG, FIONA (PGR)" userId="bd5d4c77-7594-4285-b702-3d140c61ae9d" providerId="ADAL" clId="{494CCF3F-8F84-59D1-90EB-590C829E519F}" dt="2026-06-18T17:34:21.700" v="1728" actId="20577"/>
        <pc:sldMkLst>
          <pc:docMk/>
          <pc:sldMk cId="4093586319" sldId="274"/>
        </pc:sldMkLst>
        <pc:spChg chg="add mod">
          <ac:chgData name="CHUNG, FIONA (PGR)" userId="bd5d4c77-7594-4285-b702-3d140c61ae9d" providerId="ADAL" clId="{494CCF3F-8F84-59D1-90EB-590C829E519F}" dt="2026-06-18T17:34:21.700" v="1728" actId="20577"/>
          <ac:spMkLst>
            <pc:docMk/>
            <pc:sldMk cId="4093586319" sldId="274"/>
            <ac:spMk id="4" creationId="{AF39294D-ACFA-D573-14D7-E01EB0C12C7B}"/>
          </ac:spMkLst>
        </pc:spChg>
        <pc:picChg chg="add del mod">
          <ac:chgData name="CHUNG, FIONA (PGR)" userId="bd5d4c77-7594-4285-b702-3d140c61ae9d" providerId="ADAL" clId="{494CCF3F-8F84-59D1-90EB-590C829E519F}" dt="2026-06-18T17:29:43.743" v="1712" actId="478"/>
          <ac:picMkLst>
            <pc:docMk/>
            <pc:sldMk cId="4093586319" sldId="274"/>
            <ac:picMk id="3" creationId="{823F8D36-1A7F-F3DC-170D-6CCA71ABC4A4}"/>
          </ac:picMkLst>
        </pc:picChg>
        <pc:picChg chg="add mod">
          <ac:chgData name="CHUNG, FIONA (PGR)" userId="bd5d4c77-7594-4285-b702-3d140c61ae9d" providerId="ADAL" clId="{494CCF3F-8F84-59D1-90EB-590C829E519F}" dt="2026-06-18T17:29:47.518" v="1714"/>
          <ac:picMkLst>
            <pc:docMk/>
            <pc:sldMk cId="4093586319" sldId="274"/>
            <ac:picMk id="5" creationId="{A86F7FB5-F4A5-8B28-42A2-DB7A2CF9962B}"/>
          </ac:picMkLst>
        </pc:picChg>
      </pc:sldChg>
      <pc:sldChg chg="modSp add del mod modNotesTx">
        <pc:chgData name="CHUNG, FIONA (PGR)" userId="bd5d4c77-7594-4285-b702-3d140c61ae9d" providerId="ADAL" clId="{494CCF3F-8F84-59D1-90EB-590C829E519F}" dt="2026-06-18T17:29:41.673" v="1709" actId="2696"/>
        <pc:sldMkLst>
          <pc:docMk/>
          <pc:sldMk cId="3748133592" sldId="275"/>
        </pc:sldMkLst>
        <pc:spChg chg="mod">
          <ac:chgData name="CHUNG, FIONA (PGR)" userId="bd5d4c77-7594-4285-b702-3d140c61ae9d" providerId="ADAL" clId="{494CCF3F-8F84-59D1-90EB-590C829E519F}" dt="2026-06-17T13:29:49.065" v="174" actId="20577"/>
          <ac:spMkLst>
            <pc:docMk/>
            <pc:sldMk cId="3748133592" sldId="275"/>
            <ac:spMk id="4" creationId="{9D98D1E1-627E-AE38-5E75-5FA3EE7544D2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9:41.677" v="1710" actId="2696"/>
        <pc:sldMkLst>
          <pc:docMk/>
          <pc:sldMk cId="2062874500" sldId="276"/>
        </pc:sldMkLst>
        <pc:spChg chg="mod">
          <ac:chgData name="CHUNG, FIONA (PGR)" userId="bd5d4c77-7594-4285-b702-3d140c61ae9d" providerId="ADAL" clId="{494CCF3F-8F84-59D1-90EB-590C829E519F}" dt="2026-06-17T13:29:51.771" v="176" actId="20577"/>
          <ac:spMkLst>
            <pc:docMk/>
            <pc:sldMk cId="2062874500" sldId="276"/>
            <ac:spMk id="4" creationId="{20CDE632-11E6-20AA-7F1B-7642164A4E14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29:41.681" v="1711" actId="2696"/>
        <pc:sldMkLst>
          <pc:docMk/>
          <pc:sldMk cId="4146700181" sldId="277"/>
        </pc:sldMkLst>
        <pc:spChg chg="mod">
          <ac:chgData name="CHUNG, FIONA (PGR)" userId="bd5d4c77-7594-4285-b702-3d140c61ae9d" providerId="ADAL" clId="{494CCF3F-8F84-59D1-90EB-590C829E519F}" dt="2026-06-17T13:29:54.038" v="178" actId="20577"/>
          <ac:spMkLst>
            <pc:docMk/>
            <pc:sldMk cId="4146700181" sldId="277"/>
            <ac:spMk id="4" creationId="{9BBB174D-AE83-0B59-77C6-CD94DE3DAD02}"/>
          </ac:spMkLst>
        </pc:spChg>
      </pc:sldChg>
      <pc:sldChg chg="addSp delSp modSp new mod modNotesTx">
        <pc:chgData name="CHUNG, FIONA (PGR)" userId="bd5d4c77-7594-4285-b702-3d140c61ae9d" providerId="ADAL" clId="{494CCF3F-8F84-59D1-90EB-590C829E519F}" dt="2026-06-18T17:35:03.707" v="1747" actId="20577"/>
        <pc:sldMkLst>
          <pc:docMk/>
          <pc:sldMk cId="3913075031" sldId="278"/>
        </pc:sldMkLst>
        <pc:spChg chg="add mod">
          <ac:chgData name="CHUNG, FIONA (PGR)" userId="bd5d4c77-7594-4285-b702-3d140c61ae9d" providerId="ADAL" clId="{494CCF3F-8F84-59D1-90EB-590C829E519F}" dt="2026-06-18T17:35:03.707" v="1747" actId="20577"/>
          <ac:spMkLst>
            <pc:docMk/>
            <pc:sldMk cId="3913075031" sldId="278"/>
            <ac:spMk id="4" creationId="{7B9E9488-CFDD-48D7-F0F3-21749279CE9A}"/>
          </ac:spMkLst>
        </pc:spChg>
        <pc:picChg chg="add del mod">
          <ac:chgData name="CHUNG, FIONA (PGR)" userId="bd5d4c77-7594-4285-b702-3d140c61ae9d" providerId="ADAL" clId="{494CCF3F-8F84-59D1-90EB-590C829E519F}" dt="2026-06-18T17:34:45.224" v="1741" actId="478"/>
          <ac:picMkLst>
            <pc:docMk/>
            <pc:sldMk cId="3913075031" sldId="278"/>
            <ac:picMk id="3" creationId="{2A2FCF50-EB07-7643-175E-A251959660D9}"/>
          </ac:picMkLst>
        </pc:picChg>
        <pc:picChg chg="add mod">
          <ac:chgData name="CHUNG, FIONA (PGR)" userId="bd5d4c77-7594-4285-b702-3d140c61ae9d" providerId="ADAL" clId="{494CCF3F-8F84-59D1-90EB-590C829E519F}" dt="2026-06-18T17:34:54.914" v="1743"/>
          <ac:picMkLst>
            <pc:docMk/>
            <pc:sldMk cId="3913075031" sldId="278"/>
            <ac:picMk id="5" creationId="{BF9A5D22-E0EB-F7AB-2FC3-88B6FD7A1769}"/>
          </ac:picMkLst>
        </pc:picChg>
      </pc:sldChg>
      <pc:sldChg chg="modSp add del mod modNotesTx">
        <pc:chgData name="CHUNG, FIONA (PGR)" userId="bd5d4c77-7594-4285-b702-3d140c61ae9d" providerId="ADAL" clId="{494CCF3F-8F84-59D1-90EB-590C829E519F}" dt="2026-06-18T17:34:41.683" v="1738" actId="2696"/>
        <pc:sldMkLst>
          <pc:docMk/>
          <pc:sldMk cId="3107975672" sldId="279"/>
        </pc:sldMkLst>
        <pc:spChg chg="mod">
          <ac:chgData name="CHUNG, FIONA (PGR)" userId="bd5d4c77-7594-4285-b702-3d140c61ae9d" providerId="ADAL" clId="{494CCF3F-8F84-59D1-90EB-590C829E519F}" dt="2026-06-17T13:30:20.810" v="191" actId="20577"/>
          <ac:spMkLst>
            <pc:docMk/>
            <pc:sldMk cId="3107975672" sldId="279"/>
            <ac:spMk id="4" creationId="{92E7C155-7CC3-C1E2-DFCE-3E2E3EC8E80E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34:41.689" v="1739" actId="2696"/>
        <pc:sldMkLst>
          <pc:docMk/>
          <pc:sldMk cId="2483020084" sldId="280"/>
        </pc:sldMkLst>
        <pc:spChg chg="mod">
          <ac:chgData name="CHUNG, FIONA (PGR)" userId="bd5d4c77-7594-4285-b702-3d140c61ae9d" providerId="ADAL" clId="{494CCF3F-8F84-59D1-90EB-590C829E519F}" dt="2026-06-17T13:30:23.838" v="193" actId="20577"/>
          <ac:spMkLst>
            <pc:docMk/>
            <pc:sldMk cId="2483020084" sldId="280"/>
            <ac:spMk id="4" creationId="{E293CA73-CC88-5246-3BD7-C0348D5F8279}"/>
          </ac:spMkLst>
        </pc:spChg>
      </pc:sldChg>
      <pc:sldChg chg="modSp add del mod modNotesTx">
        <pc:chgData name="CHUNG, FIONA (PGR)" userId="bd5d4c77-7594-4285-b702-3d140c61ae9d" providerId="ADAL" clId="{494CCF3F-8F84-59D1-90EB-590C829E519F}" dt="2026-06-18T17:34:41.693" v="1740" actId="2696"/>
        <pc:sldMkLst>
          <pc:docMk/>
          <pc:sldMk cId="3228697691" sldId="281"/>
        </pc:sldMkLst>
        <pc:spChg chg="mod">
          <ac:chgData name="CHUNG, FIONA (PGR)" userId="bd5d4c77-7594-4285-b702-3d140c61ae9d" providerId="ADAL" clId="{494CCF3F-8F84-59D1-90EB-590C829E519F}" dt="2026-06-17T13:30:26.127" v="195" actId="20577"/>
          <ac:spMkLst>
            <pc:docMk/>
            <pc:sldMk cId="3228697691" sldId="281"/>
            <ac:spMk id="4" creationId="{67E6CA48-94FF-728A-C5E0-21D91BA591F0}"/>
          </ac:spMkLst>
        </pc:spChg>
      </pc:sldChg>
      <pc:sldChg chg="addSp delSp modSp new mod modNotesTx">
        <pc:chgData name="CHUNG, FIONA (PGR)" userId="bd5d4c77-7594-4285-b702-3d140c61ae9d" providerId="ADAL" clId="{494CCF3F-8F84-59D1-90EB-590C829E519F}" dt="2026-06-18T17:35:50.138" v="1773" actId="1076"/>
        <pc:sldMkLst>
          <pc:docMk/>
          <pc:sldMk cId="695984702" sldId="282"/>
        </pc:sldMkLst>
        <pc:spChg chg="add mod">
          <ac:chgData name="CHUNG, FIONA (PGR)" userId="bd5d4c77-7594-4285-b702-3d140c61ae9d" providerId="ADAL" clId="{494CCF3F-8F84-59D1-90EB-590C829E519F}" dt="2026-06-18T17:35:50.138" v="1773" actId="1076"/>
          <ac:spMkLst>
            <pc:docMk/>
            <pc:sldMk cId="695984702" sldId="282"/>
            <ac:spMk id="4" creationId="{7AA23256-BB3F-EA34-6ACE-B9F363EB3811}"/>
          </ac:spMkLst>
        </pc:spChg>
        <pc:picChg chg="add del mod">
          <ac:chgData name="CHUNG, FIONA (PGR)" userId="bd5d4c77-7594-4285-b702-3d140c61ae9d" providerId="ADAL" clId="{494CCF3F-8F84-59D1-90EB-590C829E519F}" dt="2026-06-18T17:35:33.507" v="1760" actId="478"/>
          <ac:picMkLst>
            <pc:docMk/>
            <pc:sldMk cId="695984702" sldId="282"/>
            <ac:picMk id="3" creationId="{50C90779-B4FB-E79A-0E5F-E6533EE36C69}"/>
          </ac:picMkLst>
        </pc:picChg>
        <pc:picChg chg="add mod">
          <ac:chgData name="CHUNG, FIONA (PGR)" userId="bd5d4c77-7594-4285-b702-3d140c61ae9d" providerId="ADAL" clId="{494CCF3F-8F84-59D1-90EB-590C829E519F}" dt="2026-06-18T17:35:36.066" v="1762"/>
          <ac:picMkLst>
            <pc:docMk/>
            <pc:sldMk cId="695984702" sldId="282"/>
            <ac:picMk id="5" creationId="{963EBD5F-39F1-5F1A-6642-158BBE7F00E8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36:12.225" v="1788"/>
        <pc:sldMkLst>
          <pc:docMk/>
          <pc:sldMk cId="3291805697" sldId="283"/>
        </pc:sldMkLst>
        <pc:spChg chg="add mod">
          <ac:chgData name="CHUNG, FIONA (PGR)" userId="bd5d4c77-7594-4285-b702-3d140c61ae9d" providerId="ADAL" clId="{494CCF3F-8F84-59D1-90EB-590C829E519F}" dt="2026-06-17T13:36:26.091" v="408" actId="20577"/>
          <ac:spMkLst>
            <pc:docMk/>
            <pc:sldMk cId="3291805697" sldId="283"/>
            <ac:spMk id="4" creationId="{24F249C9-3A73-C189-87D2-C0DF4368E776}"/>
          </ac:spMkLst>
        </pc:spChg>
        <pc:picChg chg="add del mod">
          <ac:chgData name="CHUNG, FIONA (PGR)" userId="bd5d4c77-7594-4285-b702-3d140c61ae9d" providerId="ADAL" clId="{494CCF3F-8F84-59D1-90EB-590C829E519F}" dt="2026-06-18T17:36:09.189" v="1786" actId="478"/>
          <ac:picMkLst>
            <pc:docMk/>
            <pc:sldMk cId="3291805697" sldId="283"/>
            <ac:picMk id="3" creationId="{BD4CE79B-94A2-FC1C-3F6C-125CED5E2E86}"/>
          </ac:picMkLst>
        </pc:picChg>
        <pc:picChg chg="add mod">
          <ac:chgData name="CHUNG, FIONA (PGR)" userId="bd5d4c77-7594-4285-b702-3d140c61ae9d" providerId="ADAL" clId="{494CCF3F-8F84-59D1-90EB-590C829E519F}" dt="2026-06-18T17:36:12.225" v="1788"/>
          <ac:picMkLst>
            <pc:docMk/>
            <pc:sldMk cId="3291805697" sldId="283"/>
            <ac:picMk id="5" creationId="{4A4AC17F-BA3F-1574-514A-9E16C0F4E30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38:22.904" v="1818" actId="20577"/>
        <pc:sldMkLst>
          <pc:docMk/>
          <pc:sldMk cId="2137761533" sldId="284"/>
        </pc:sldMkLst>
        <pc:spChg chg="add mod">
          <ac:chgData name="CHUNG, FIONA (PGR)" userId="bd5d4c77-7594-4285-b702-3d140c61ae9d" providerId="ADAL" clId="{494CCF3F-8F84-59D1-90EB-590C829E519F}" dt="2026-06-18T17:38:22.904" v="1818" actId="20577"/>
          <ac:spMkLst>
            <pc:docMk/>
            <pc:sldMk cId="2137761533" sldId="284"/>
            <ac:spMk id="4" creationId="{DBA6607C-386C-4EF9-2DF2-FDE7320F9226}"/>
          </ac:spMkLst>
        </pc:spChg>
        <pc:picChg chg="add del mod">
          <ac:chgData name="CHUNG, FIONA (PGR)" userId="bd5d4c77-7594-4285-b702-3d140c61ae9d" providerId="ADAL" clId="{494CCF3F-8F84-59D1-90EB-590C829E519F}" dt="2026-06-18T17:38:15.524" v="1813" actId="478"/>
          <ac:picMkLst>
            <pc:docMk/>
            <pc:sldMk cId="2137761533" sldId="284"/>
            <ac:picMk id="3" creationId="{46D72F1C-D6EB-55C9-501F-BF5E55DFF8EB}"/>
          </ac:picMkLst>
        </pc:picChg>
        <pc:picChg chg="add mod">
          <ac:chgData name="CHUNG, FIONA (PGR)" userId="bd5d4c77-7594-4285-b702-3d140c61ae9d" providerId="ADAL" clId="{494CCF3F-8F84-59D1-90EB-590C829E519F}" dt="2026-06-18T17:38:20" v="1816" actId="1076"/>
          <ac:picMkLst>
            <pc:docMk/>
            <pc:sldMk cId="2137761533" sldId="284"/>
            <ac:picMk id="5" creationId="{31DA9806-BCD8-7DB8-0F9D-18F3984A720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38:54.754" v="1835" actId="20577"/>
        <pc:sldMkLst>
          <pc:docMk/>
          <pc:sldMk cId="3570434027" sldId="285"/>
        </pc:sldMkLst>
        <pc:spChg chg="add mod">
          <ac:chgData name="CHUNG, FIONA (PGR)" userId="bd5d4c77-7594-4285-b702-3d140c61ae9d" providerId="ADAL" clId="{494CCF3F-8F84-59D1-90EB-590C829E519F}" dt="2026-06-18T17:38:54.754" v="1835" actId="20577"/>
          <ac:spMkLst>
            <pc:docMk/>
            <pc:sldMk cId="3570434027" sldId="285"/>
            <ac:spMk id="4" creationId="{6C60CA43-C7FA-7414-2CD8-EC84C9C6A4C4}"/>
          </ac:spMkLst>
        </pc:spChg>
        <pc:picChg chg="add del mod">
          <ac:chgData name="CHUNG, FIONA (PGR)" userId="bd5d4c77-7594-4285-b702-3d140c61ae9d" providerId="ADAL" clId="{494CCF3F-8F84-59D1-90EB-590C829E519F}" dt="2026-06-18T17:38:39.996" v="1831" actId="478"/>
          <ac:picMkLst>
            <pc:docMk/>
            <pc:sldMk cId="3570434027" sldId="285"/>
            <ac:picMk id="3" creationId="{BC005CDC-8946-2CBE-F577-756A4D4BECC7}"/>
          </ac:picMkLst>
        </pc:picChg>
        <pc:picChg chg="add mod">
          <ac:chgData name="CHUNG, FIONA (PGR)" userId="bd5d4c77-7594-4285-b702-3d140c61ae9d" providerId="ADAL" clId="{494CCF3F-8F84-59D1-90EB-590C829E519F}" dt="2026-06-18T17:38:42.721" v="1833"/>
          <ac:picMkLst>
            <pc:docMk/>
            <pc:sldMk cId="3570434027" sldId="285"/>
            <ac:picMk id="5" creationId="{380E2E8D-B633-7307-9A66-463C6259EA16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0:31.518" v="1894" actId="1076"/>
        <pc:sldMkLst>
          <pc:docMk/>
          <pc:sldMk cId="3195382654" sldId="286"/>
        </pc:sldMkLst>
        <pc:spChg chg="add mod">
          <ac:chgData name="CHUNG, FIONA (PGR)" userId="bd5d4c77-7594-4285-b702-3d140c61ae9d" providerId="ADAL" clId="{494CCF3F-8F84-59D1-90EB-590C829E519F}" dt="2026-06-18T17:40:31.518" v="1894" actId="1076"/>
          <ac:spMkLst>
            <pc:docMk/>
            <pc:sldMk cId="3195382654" sldId="286"/>
            <ac:spMk id="4" creationId="{49F49A51-EEE4-859A-99F7-F7AC9951577F}"/>
          </ac:spMkLst>
        </pc:spChg>
        <pc:picChg chg="add del mod">
          <ac:chgData name="CHUNG, FIONA (PGR)" userId="bd5d4c77-7594-4285-b702-3d140c61ae9d" providerId="ADAL" clId="{494CCF3F-8F84-59D1-90EB-590C829E519F}" dt="2026-06-18T17:39:14.548" v="1848" actId="478"/>
          <ac:picMkLst>
            <pc:docMk/>
            <pc:sldMk cId="3195382654" sldId="286"/>
            <ac:picMk id="3" creationId="{65C57049-A7BB-75BC-B163-5038089CC1CB}"/>
          </ac:picMkLst>
        </pc:picChg>
        <pc:picChg chg="add mod">
          <ac:chgData name="CHUNG, FIONA (PGR)" userId="bd5d4c77-7594-4285-b702-3d140c61ae9d" providerId="ADAL" clId="{494CCF3F-8F84-59D1-90EB-590C829E519F}" dt="2026-06-18T17:39:17.812" v="1850"/>
          <ac:picMkLst>
            <pc:docMk/>
            <pc:sldMk cId="3195382654" sldId="286"/>
            <ac:picMk id="5" creationId="{1BDD0EB9-4E06-9D44-EE79-2E2100A18E2E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0:08.004" v="1875" actId="20577"/>
        <pc:sldMkLst>
          <pc:docMk/>
          <pc:sldMk cId="3897441784" sldId="287"/>
        </pc:sldMkLst>
        <pc:spChg chg="add mod">
          <ac:chgData name="CHUNG, FIONA (PGR)" userId="bd5d4c77-7594-4285-b702-3d140c61ae9d" providerId="ADAL" clId="{494CCF3F-8F84-59D1-90EB-590C829E519F}" dt="2026-06-18T17:40:08.004" v="1875" actId="20577"/>
          <ac:spMkLst>
            <pc:docMk/>
            <pc:sldMk cId="3897441784" sldId="287"/>
            <ac:spMk id="4" creationId="{828D047A-F015-BA3F-C2DC-FB6655BA5495}"/>
          </ac:spMkLst>
        </pc:spChg>
        <pc:picChg chg="add del mod">
          <ac:chgData name="CHUNG, FIONA (PGR)" userId="bd5d4c77-7594-4285-b702-3d140c61ae9d" providerId="ADAL" clId="{494CCF3F-8F84-59D1-90EB-590C829E519F}" dt="2026-06-18T17:39:56.413" v="1869" actId="478"/>
          <ac:picMkLst>
            <pc:docMk/>
            <pc:sldMk cId="3897441784" sldId="287"/>
            <ac:picMk id="3" creationId="{8DA2BE18-B14E-5BD5-5C11-94B0E502C08C}"/>
          </ac:picMkLst>
        </pc:picChg>
        <pc:picChg chg="add mod">
          <ac:chgData name="CHUNG, FIONA (PGR)" userId="bd5d4c77-7594-4285-b702-3d140c61ae9d" providerId="ADAL" clId="{494CCF3F-8F84-59D1-90EB-590C829E519F}" dt="2026-06-18T17:39:59.096" v="1871"/>
          <ac:picMkLst>
            <pc:docMk/>
            <pc:sldMk cId="3897441784" sldId="287"/>
            <ac:picMk id="5" creationId="{5A497F11-AF01-1E2F-1EF3-93F305DC30D6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2:21.880" v="1937" actId="1076"/>
        <pc:sldMkLst>
          <pc:docMk/>
          <pc:sldMk cId="863518399" sldId="288"/>
        </pc:sldMkLst>
        <pc:spChg chg="add mod">
          <ac:chgData name="CHUNG, FIONA (PGR)" userId="bd5d4c77-7594-4285-b702-3d140c61ae9d" providerId="ADAL" clId="{494CCF3F-8F84-59D1-90EB-590C829E519F}" dt="2026-06-18T17:42:21.880" v="1937" actId="1076"/>
          <ac:spMkLst>
            <pc:docMk/>
            <pc:sldMk cId="863518399" sldId="288"/>
            <ac:spMk id="4" creationId="{C0AD3DB0-35EC-CB0E-D1D1-1E3A7E5221AB}"/>
          </ac:spMkLst>
        </pc:spChg>
        <pc:picChg chg="add del mod">
          <ac:chgData name="CHUNG, FIONA (PGR)" userId="bd5d4c77-7594-4285-b702-3d140c61ae9d" providerId="ADAL" clId="{494CCF3F-8F84-59D1-90EB-590C829E519F}" dt="2026-06-18T17:42:01.067" v="1925" actId="478"/>
          <ac:picMkLst>
            <pc:docMk/>
            <pc:sldMk cId="863518399" sldId="288"/>
            <ac:picMk id="3" creationId="{FD7C89EA-9BBC-82D7-C615-464293CF154C}"/>
          </ac:picMkLst>
        </pc:picChg>
        <pc:picChg chg="add mod">
          <ac:chgData name="CHUNG, FIONA (PGR)" userId="bd5d4c77-7594-4285-b702-3d140c61ae9d" providerId="ADAL" clId="{494CCF3F-8F84-59D1-90EB-590C829E519F}" dt="2026-06-18T17:42:04.371" v="1927"/>
          <ac:picMkLst>
            <pc:docMk/>
            <pc:sldMk cId="863518399" sldId="288"/>
            <ac:picMk id="5" creationId="{1834ACE9-ACC9-31D1-A10E-B30600B0968A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2:43.002" v="1955"/>
        <pc:sldMkLst>
          <pc:docMk/>
          <pc:sldMk cId="2097397681" sldId="289"/>
        </pc:sldMkLst>
        <pc:spChg chg="add mod">
          <ac:chgData name="CHUNG, FIONA (PGR)" userId="bd5d4c77-7594-4285-b702-3d140c61ae9d" providerId="ADAL" clId="{494CCF3F-8F84-59D1-90EB-590C829E519F}" dt="2026-06-17T13:45:03.030" v="498" actId="20577"/>
          <ac:spMkLst>
            <pc:docMk/>
            <pc:sldMk cId="2097397681" sldId="289"/>
            <ac:spMk id="4" creationId="{9566A816-BDE7-1FE6-FE84-E77996533ACD}"/>
          </ac:spMkLst>
        </pc:spChg>
        <pc:picChg chg="add del mod">
          <ac:chgData name="CHUNG, FIONA (PGR)" userId="bd5d4c77-7594-4285-b702-3d140c61ae9d" providerId="ADAL" clId="{494CCF3F-8F84-59D1-90EB-590C829E519F}" dt="2026-06-18T17:42:39.144" v="1953" actId="478"/>
          <ac:picMkLst>
            <pc:docMk/>
            <pc:sldMk cId="2097397681" sldId="289"/>
            <ac:picMk id="3" creationId="{5710DB73-1F02-2CE1-5B6B-82F79E8DD271}"/>
          </ac:picMkLst>
        </pc:picChg>
        <pc:picChg chg="add mod">
          <ac:chgData name="CHUNG, FIONA (PGR)" userId="bd5d4c77-7594-4285-b702-3d140c61ae9d" providerId="ADAL" clId="{494CCF3F-8F84-59D1-90EB-590C829E519F}" dt="2026-06-18T17:42:43.002" v="1955"/>
          <ac:picMkLst>
            <pc:docMk/>
            <pc:sldMk cId="2097397681" sldId="289"/>
            <ac:picMk id="5" creationId="{030D82B7-B828-2CE6-7AF4-0BB2BC89C5B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3:24.410" v="1987" actId="1076"/>
        <pc:sldMkLst>
          <pc:docMk/>
          <pc:sldMk cId="831598399" sldId="290"/>
        </pc:sldMkLst>
        <pc:spChg chg="add mod">
          <ac:chgData name="CHUNG, FIONA (PGR)" userId="bd5d4c77-7594-4285-b702-3d140c61ae9d" providerId="ADAL" clId="{494CCF3F-8F84-59D1-90EB-590C829E519F}" dt="2026-06-18T17:43:22.741" v="1986" actId="1076"/>
          <ac:spMkLst>
            <pc:docMk/>
            <pc:sldMk cId="831598399" sldId="290"/>
            <ac:spMk id="4" creationId="{BFF5FB83-0AB9-4180-1E19-B34E4E4768E4}"/>
          </ac:spMkLst>
        </pc:spChg>
        <pc:picChg chg="add del mod">
          <ac:chgData name="CHUNG, FIONA (PGR)" userId="bd5d4c77-7594-4285-b702-3d140c61ae9d" providerId="ADAL" clId="{494CCF3F-8F84-59D1-90EB-590C829E519F}" dt="2026-06-18T17:43:07.385" v="1970" actId="478"/>
          <ac:picMkLst>
            <pc:docMk/>
            <pc:sldMk cId="831598399" sldId="290"/>
            <ac:picMk id="3" creationId="{FE1CA662-3C54-EBAC-FC1A-FD6C6856A21E}"/>
          </ac:picMkLst>
        </pc:picChg>
        <pc:picChg chg="add mod">
          <ac:chgData name="CHUNG, FIONA (PGR)" userId="bd5d4c77-7594-4285-b702-3d140c61ae9d" providerId="ADAL" clId="{494CCF3F-8F84-59D1-90EB-590C829E519F}" dt="2026-06-18T17:43:24.410" v="1987" actId="1076"/>
          <ac:picMkLst>
            <pc:docMk/>
            <pc:sldMk cId="831598399" sldId="290"/>
            <ac:picMk id="5" creationId="{89EABBB2-711C-C4E4-3BF2-E7C206FF7473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3:53.872" v="2008" actId="20577"/>
        <pc:sldMkLst>
          <pc:docMk/>
          <pc:sldMk cId="1411393210" sldId="291"/>
        </pc:sldMkLst>
        <pc:spChg chg="add mod">
          <ac:chgData name="CHUNG, FIONA (PGR)" userId="bd5d4c77-7594-4285-b702-3d140c61ae9d" providerId="ADAL" clId="{494CCF3F-8F84-59D1-90EB-590C829E519F}" dt="2026-06-18T17:43:53.872" v="2008" actId="20577"/>
          <ac:spMkLst>
            <pc:docMk/>
            <pc:sldMk cId="1411393210" sldId="291"/>
            <ac:spMk id="4" creationId="{D9504EDA-8EBA-1432-9385-AF597AB4B361}"/>
          </ac:spMkLst>
        </pc:spChg>
        <pc:picChg chg="add del mod">
          <ac:chgData name="CHUNG, FIONA (PGR)" userId="bd5d4c77-7594-4285-b702-3d140c61ae9d" providerId="ADAL" clId="{494CCF3F-8F84-59D1-90EB-590C829E519F}" dt="2026-06-18T17:43:39.440" v="2000" actId="478"/>
          <ac:picMkLst>
            <pc:docMk/>
            <pc:sldMk cId="1411393210" sldId="291"/>
            <ac:picMk id="3" creationId="{3C933304-7CA1-6C23-91EF-620F1C156CBA}"/>
          </ac:picMkLst>
        </pc:picChg>
        <pc:picChg chg="add mod">
          <ac:chgData name="CHUNG, FIONA (PGR)" userId="bd5d4c77-7594-4285-b702-3d140c61ae9d" providerId="ADAL" clId="{494CCF3F-8F84-59D1-90EB-590C829E519F}" dt="2026-06-18T17:43:47.001" v="2004" actId="1035"/>
          <ac:picMkLst>
            <pc:docMk/>
            <pc:sldMk cId="1411393210" sldId="291"/>
            <ac:picMk id="5" creationId="{D2494926-4B4B-8986-FFBD-82E40CB4499D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4:21.990" v="2033" actId="1076"/>
        <pc:sldMkLst>
          <pc:docMk/>
          <pc:sldMk cId="3254162802" sldId="292"/>
        </pc:sldMkLst>
        <pc:spChg chg="add mod">
          <ac:chgData name="CHUNG, FIONA (PGR)" userId="bd5d4c77-7594-4285-b702-3d140c61ae9d" providerId="ADAL" clId="{494CCF3F-8F84-59D1-90EB-590C829E519F}" dt="2026-06-18T17:44:21.990" v="2033" actId="1076"/>
          <ac:spMkLst>
            <pc:docMk/>
            <pc:sldMk cId="3254162802" sldId="292"/>
            <ac:spMk id="4" creationId="{CC505868-E601-25C2-69DF-478EC64CBEFA}"/>
          </ac:spMkLst>
        </pc:spChg>
        <pc:picChg chg="add del mod">
          <ac:chgData name="CHUNG, FIONA (PGR)" userId="bd5d4c77-7594-4285-b702-3d140c61ae9d" providerId="ADAL" clId="{494CCF3F-8F84-59D1-90EB-590C829E519F}" dt="2026-06-18T17:44:11.137" v="2021" actId="478"/>
          <ac:picMkLst>
            <pc:docMk/>
            <pc:sldMk cId="3254162802" sldId="292"/>
            <ac:picMk id="3" creationId="{CB675364-6B52-DD8F-CEB2-756C0EC45A8C}"/>
          </ac:picMkLst>
        </pc:picChg>
        <pc:picChg chg="add mod">
          <ac:chgData name="CHUNG, FIONA (PGR)" userId="bd5d4c77-7594-4285-b702-3d140c61ae9d" providerId="ADAL" clId="{494CCF3F-8F84-59D1-90EB-590C829E519F}" dt="2026-06-18T17:44:14.140" v="2023"/>
          <ac:picMkLst>
            <pc:docMk/>
            <pc:sldMk cId="3254162802" sldId="292"/>
            <ac:picMk id="5" creationId="{A20A2E26-EED6-8C3B-47F2-C7704276C4BE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4:44.028" v="2048"/>
        <pc:sldMkLst>
          <pc:docMk/>
          <pc:sldMk cId="814081786" sldId="293"/>
        </pc:sldMkLst>
        <pc:spChg chg="add mod">
          <ac:chgData name="CHUNG, FIONA (PGR)" userId="bd5d4c77-7594-4285-b702-3d140c61ae9d" providerId="ADAL" clId="{494CCF3F-8F84-59D1-90EB-590C829E519F}" dt="2026-06-17T13:50:08.981" v="561" actId="20577"/>
          <ac:spMkLst>
            <pc:docMk/>
            <pc:sldMk cId="814081786" sldId="293"/>
            <ac:spMk id="4" creationId="{92A9F9C7-C4C7-D5AA-FE7E-E4602DE18EC6}"/>
          </ac:spMkLst>
        </pc:spChg>
        <pc:picChg chg="add del mod">
          <ac:chgData name="CHUNG, FIONA (PGR)" userId="bd5d4c77-7594-4285-b702-3d140c61ae9d" providerId="ADAL" clId="{494CCF3F-8F84-59D1-90EB-590C829E519F}" dt="2026-06-18T17:44:41.719" v="2046" actId="478"/>
          <ac:picMkLst>
            <pc:docMk/>
            <pc:sldMk cId="814081786" sldId="293"/>
            <ac:picMk id="3" creationId="{D566504A-EA79-1644-8E4A-26BFA337BDCD}"/>
          </ac:picMkLst>
        </pc:picChg>
        <pc:picChg chg="add mod">
          <ac:chgData name="CHUNG, FIONA (PGR)" userId="bd5d4c77-7594-4285-b702-3d140c61ae9d" providerId="ADAL" clId="{494CCF3F-8F84-59D1-90EB-590C829E519F}" dt="2026-06-18T17:44:44.028" v="2048"/>
          <ac:picMkLst>
            <pc:docMk/>
            <pc:sldMk cId="814081786" sldId="293"/>
            <ac:picMk id="5" creationId="{A2896271-B2AF-8C0A-0E3D-3A37079490D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5:21.202" v="2076" actId="1076"/>
        <pc:sldMkLst>
          <pc:docMk/>
          <pc:sldMk cId="613245493" sldId="294"/>
        </pc:sldMkLst>
        <pc:spChg chg="add mod">
          <ac:chgData name="CHUNG, FIONA (PGR)" userId="bd5d4c77-7594-4285-b702-3d140c61ae9d" providerId="ADAL" clId="{494CCF3F-8F84-59D1-90EB-590C829E519F}" dt="2026-06-18T17:45:18.953" v="2075" actId="1076"/>
          <ac:spMkLst>
            <pc:docMk/>
            <pc:sldMk cId="613245493" sldId="294"/>
            <ac:spMk id="4" creationId="{A0B1D9EC-BFEA-BEA6-BEDE-5329084F7273}"/>
          </ac:spMkLst>
        </pc:spChg>
        <pc:picChg chg="add del mod">
          <ac:chgData name="CHUNG, FIONA (PGR)" userId="bd5d4c77-7594-4285-b702-3d140c61ae9d" providerId="ADAL" clId="{494CCF3F-8F84-59D1-90EB-590C829E519F}" dt="2026-06-18T17:45:03.064" v="2061" actId="478"/>
          <ac:picMkLst>
            <pc:docMk/>
            <pc:sldMk cId="613245493" sldId="294"/>
            <ac:picMk id="3" creationId="{F1E55C90-1147-D491-8778-3940FCF4D34A}"/>
          </ac:picMkLst>
        </pc:picChg>
        <pc:picChg chg="add mod">
          <ac:chgData name="CHUNG, FIONA (PGR)" userId="bd5d4c77-7594-4285-b702-3d140c61ae9d" providerId="ADAL" clId="{494CCF3F-8F84-59D1-90EB-590C829E519F}" dt="2026-06-18T17:45:21.202" v="2076" actId="1076"/>
          <ac:picMkLst>
            <pc:docMk/>
            <pc:sldMk cId="613245493" sldId="294"/>
            <ac:picMk id="5" creationId="{E239DAC6-D1A1-2C10-D1C6-4D9E29300F67}"/>
          </ac:picMkLst>
        </pc:picChg>
      </pc:sldChg>
      <pc:sldChg chg="addSp delSp modSp new mod modNotesTx">
        <pc:chgData name="CHUNG, FIONA (PGR)" userId="bd5d4c77-7594-4285-b702-3d140c61ae9d" providerId="ADAL" clId="{494CCF3F-8F84-59D1-90EB-590C829E519F}" dt="2026-06-18T17:45:59.506" v="2093" actId="20577"/>
        <pc:sldMkLst>
          <pc:docMk/>
          <pc:sldMk cId="1025452210" sldId="295"/>
        </pc:sldMkLst>
        <pc:spChg chg="add mod">
          <ac:chgData name="CHUNG, FIONA (PGR)" userId="bd5d4c77-7594-4285-b702-3d140c61ae9d" providerId="ADAL" clId="{494CCF3F-8F84-59D1-90EB-590C829E519F}" dt="2026-06-18T17:45:59.506" v="2093" actId="20577"/>
          <ac:spMkLst>
            <pc:docMk/>
            <pc:sldMk cId="1025452210" sldId="295"/>
            <ac:spMk id="4" creationId="{07BE51C1-B400-FFF1-5AF3-34431912DD68}"/>
          </ac:spMkLst>
        </pc:spChg>
        <pc:picChg chg="add del mod">
          <ac:chgData name="CHUNG, FIONA (PGR)" userId="bd5d4c77-7594-4285-b702-3d140c61ae9d" providerId="ADAL" clId="{494CCF3F-8F84-59D1-90EB-590C829E519F}" dt="2026-06-18T17:45:52.186" v="2089" actId="478"/>
          <ac:picMkLst>
            <pc:docMk/>
            <pc:sldMk cId="1025452210" sldId="295"/>
            <ac:picMk id="3" creationId="{F04C5400-31F1-609F-BFBD-2605A2DBB336}"/>
          </ac:picMkLst>
        </pc:picChg>
        <pc:picChg chg="add mod">
          <ac:chgData name="CHUNG, FIONA (PGR)" userId="bd5d4c77-7594-4285-b702-3d140c61ae9d" providerId="ADAL" clId="{494CCF3F-8F84-59D1-90EB-590C829E519F}" dt="2026-06-18T17:45:54.742" v="2091"/>
          <ac:picMkLst>
            <pc:docMk/>
            <pc:sldMk cId="1025452210" sldId="295"/>
            <ac:picMk id="5" creationId="{0CEDCF66-980A-B176-FA78-7B00488AB4F3}"/>
          </ac:picMkLst>
        </pc:picChg>
      </pc:sldChg>
      <pc:sldChg chg="modSp add del mod">
        <pc:chgData name="CHUNG, FIONA (PGR)" userId="bd5d4c77-7594-4285-b702-3d140c61ae9d" providerId="ADAL" clId="{494CCF3F-8F84-59D1-90EB-590C829E519F}" dt="2026-06-18T17:35:30.569" v="1757" actId="2696"/>
        <pc:sldMkLst>
          <pc:docMk/>
          <pc:sldMk cId="2254190052" sldId="296"/>
        </pc:sldMkLst>
        <pc:spChg chg="mod">
          <ac:chgData name="CHUNG, FIONA (PGR)" userId="bd5d4c77-7594-4285-b702-3d140c61ae9d" providerId="ADAL" clId="{494CCF3F-8F84-59D1-90EB-590C829E519F}" dt="2026-06-17T13:34:45.006" v="305" actId="20577"/>
          <ac:spMkLst>
            <pc:docMk/>
            <pc:sldMk cId="2254190052" sldId="296"/>
            <ac:spMk id="4" creationId="{1C872F3E-A3D6-92DB-80A6-0CCF38B7F380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5:30.575" v="1758" actId="2696"/>
        <pc:sldMkLst>
          <pc:docMk/>
          <pc:sldMk cId="1046563799" sldId="297"/>
        </pc:sldMkLst>
        <pc:spChg chg="mod">
          <ac:chgData name="CHUNG, FIONA (PGR)" userId="bd5d4c77-7594-4285-b702-3d140c61ae9d" providerId="ADAL" clId="{494CCF3F-8F84-59D1-90EB-590C829E519F}" dt="2026-06-17T13:34:47.756" v="307" actId="20577"/>
          <ac:spMkLst>
            <pc:docMk/>
            <pc:sldMk cId="1046563799" sldId="297"/>
            <ac:spMk id="4" creationId="{FB5805F2-F42C-1D6D-AD59-5E579B7F4DAE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5:30.578" v="1759" actId="2696"/>
        <pc:sldMkLst>
          <pc:docMk/>
          <pc:sldMk cId="343798624" sldId="298"/>
        </pc:sldMkLst>
        <pc:spChg chg="mod">
          <ac:chgData name="CHUNG, FIONA (PGR)" userId="bd5d4c77-7594-4285-b702-3d140c61ae9d" providerId="ADAL" clId="{494CCF3F-8F84-59D1-90EB-590C829E519F}" dt="2026-06-17T13:34:50.265" v="309" actId="20577"/>
          <ac:spMkLst>
            <pc:docMk/>
            <pc:sldMk cId="343798624" sldId="298"/>
            <ac:spMk id="4" creationId="{6822ABD1-EDBC-E510-BDFE-75472359928A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6:07.306" v="1783" actId="2696"/>
        <pc:sldMkLst>
          <pc:docMk/>
          <pc:sldMk cId="1802240122" sldId="299"/>
        </pc:sldMkLst>
        <pc:spChg chg="mod">
          <ac:chgData name="CHUNG, FIONA (PGR)" userId="bd5d4c77-7594-4285-b702-3d140c61ae9d" providerId="ADAL" clId="{494CCF3F-8F84-59D1-90EB-590C829E519F}" dt="2026-06-17T13:36:35.971" v="413" actId="20577"/>
          <ac:spMkLst>
            <pc:docMk/>
            <pc:sldMk cId="1802240122" sldId="299"/>
            <ac:spMk id="4" creationId="{4644652E-F321-FAA9-2D7D-7A1C8661102B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6:07.315" v="1785" actId="2696"/>
        <pc:sldMkLst>
          <pc:docMk/>
          <pc:sldMk cId="1878715880" sldId="300"/>
        </pc:sldMkLst>
        <pc:spChg chg="mod">
          <ac:chgData name="CHUNG, FIONA (PGR)" userId="bd5d4c77-7594-4285-b702-3d140c61ae9d" providerId="ADAL" clId="{494CCF3F-8F84-59D1-90EB-590C829E519F}" dt="2026-06-17T13:36:38.556" v="415" actId="20577"/>
          <ac:spMkLst>
            <pc:docMk/>
            <pc:sldMk cId="1878715880" sldId="300"/>
            <ac:spMk id="4" creationId="{B432DCAA-2B71-850E-8137-C81D18E09532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6:07.310" v="1784" actId="2696"/>
        <pc:sldMkLst>
          <pc:docMk/>
          <pc:sldMk cId="3841161402" sldId="301"/>
        </pc:sldMkLst>
        <pc:spChg chg="mod">
          <ac:chgData name="CHUNG, FIONA (PGR)" userId="bd5d4c77-7594-4285-b702-3d140c61ae9d" providerId="ADAL" clId="{494CCF3F-8F84-59D1-90EB-590C829E519F}" dt="2026-06-17T13:36:40.619" v="417" actId="20577"/>
          <ac:spMkLst>
            <pc:docMk/>
            <pc:sldMk cId="3841161402" sldId="301"/>
            <ac:spMk id="4" creationId="{B54E369C-6E9D-EF4D-0758-2B29F093F19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13.233" v="1810" actId="2696"/>
        <pc:sldMkLst>
          <pc:docMk/>
          <pc:sldMk cId="66473727" sldId="302"/>
        </pc:sldMkLst>
        <pc:spChg chg="mod">
          <ac:chgData name="CHUNG, FIONA (PGR)" userId="bd5d4c77-7594-4285-b702-3d140c61ae9d" providerId="ADAL" clId="{494CCF3F-8F84-59D1-90EB-590C829E519F}" dt="2026-06-17T13:38:23.284" v="427" actId="20577"/>
          <ac:spMkLst>
            <pc:docMk/>
            <pc:sldMk cId="66473727" sldId="302"/>
            <ac:spMk id="4" creationId="{63A17848-717C-E8ED-BA52-4F5F2D8322CE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13.242" v="1812" actId="2696"/>
        <pc:sldMkLst>
          <pc:docMk/>
          <pc:sldMk cId="152344336" sldId="303"/>
        </pc:sldMkLst>
        <pc:spChg chg="mod">
          <ac:chgData name="CHUNG, FIONA (PGR)" userId="bd5d4c77-7594-4285-b702-3d140c61ae9d" providerId="ADAL" clId="{494CCF3F-8F84-59D1-90EB-590C829E519F}" dt="2026-06-17T13:38:31.250" v="431" actId="1076"/>
          <ac:spMkLst>
            <pc:docMk/>
            <pc:sldMk cId="152344336" sldId="303"/>
            <ac:spMk id="4" creationId="{5275B9DF-3544-9CB0-C682-B1D686CCDFF4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13.237" v="1811" actId="2696"/>
        <pc:sldMkLst>
          <pc:docMk/>
          <pc:sldMk cId="2844016490" sldId="304"/>
        </pc:sldMkLst>
        <pc:spChg chg="mod">
          <ac:chgData name="CHUNG, FIONA (PGR)" userId="bd5d4c77-7594-4285-b702-3d140c61ae9d" providerId="ADAL" clId="{494CCF3F-8F84-59D1-90EB-590C829E519F}" dt="2026-06-17T13:38:33.897" v="433" actId="20577"/>
          <ac:spMkLst>
            <pc:docMk/>
            <pc:sldMk cId="2844016490" sldId="304"/>
            <ac:spMk id="4" creationId="{2CC449B4-FE94-77F8-1FB2-19FDAF4C581C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38.373" v="1828" actId="2696"/>
        <pc:sldMkLst>
          <pc:docMk/>
          <pc:sldMk cId="3329463310" sldId="305"/>
        </pc:sldMkLst>
        <pc:spChg chg="mod">
          <ac:chgData name="CHUNG, FIONA (PGR)" userId="bd5d4c77-7594-4285-b702-3d140c61ae9d" providerId="ADAL" clId="{494CCF3F-8F84-59D1-90EB-590C829E519F}" dt="2026-06-17T13:38:52.967" v="443" actId="20577"/>
          <ac:spMkLst>
            <pc:docMk/>
            <pc:sldMk cId="3329463310" sldId="305"/>
            <ac:spMk id="4" creationId="{1A847349-0743-C39B-6C05-37943684931F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38.380" v="1830" actId="2696"/>
        <pc:sldMkLst>
          <pc:docMk/>
          <pc:sldMk cId="116780833" sldId="306"/>
        </pc:sldMkLst>
        <pc:spChg chg="mod">
          <ac:chgData name="CHUNG, FIONA (PGR)" userId="bd5d4c77-7594-4285-b702-3d140c61ae9d" providerId="ADAL" clId="{494CCF3F-8F84-59D1-90EB-590C829E519F}" dt="2026-06-17T13:39:00.714" v="447" actId="1076"/>
          <ac:spMkLst>
            <pc:docMk/>
            <pc:sldMk cId="116780833" sldId="306"/>
            <ac:spMk id="4" creationId="{651455D0-0FDD-095A-B075-63076967B780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8:38.376" v="1829" actId="2696"/>
        <pc:sldMkLst>
          <pc:docMk/>
          <pc:sldMk cId="661936782" sldId="307"/>
        </pc:sldMkLst>
        <pc:spChg chg="mod">
          <ac:chgData name="CHUNG, FIONA (PGR)" userId="bd5d4c77-7594-4285-b702-3d140c61ae9d" providerId="ADAL" clId="{494CCF3F-8F84-59D1-90EB-590C829E519F}" dt="2026-06-17T13:39:04.390" v="449" actId="20577"/>
          <ac:spMkLst>
            <pc:docMk/>
            <pc:sldMk cId="661936782" sldId="307"/>
            <ac:spMk id="4" creationId="{815D79ED-810A-5414-9059-0097653BDDE4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12.617" v="1845" actId="2696"/>
        <pc:sldMkLst>
          <pc:docMk/>
          <pc:sldMk cId="259870430" sldId="308"/>
        </pc:sldMkLst>
        <pc:spChg chg="mod">
          <ac:chgData name="CHUNG, FIONA (PGR)" userId="bd5d4c77-7594-4285-b702-3d140c61ae9d" providerId="ADAL" clId="{494CCF3F-8F84-59D1-90EB-590C829E519F}" dt="2026-06-17T13:42:32.496" v="459" actId="20577"/>
          <ac:spMkLst>
            <pc:docMk/>
            <pc:sldMk cId="259870430" sldId="308"/>
            <ac:spMk id="4" creationId="{BC5F4027-B1A9-4BE5-597D-33BEEFABD09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12.621" v="1846" actId="2696"/>
        <pc:sldMkLst>
          <pc:docMk/>
          <pc:sldMk cId="341098876" sldId="309"/>
        </pc:sldMkLst>
        <pc:spChg chg="mod">
          <ac:chgData name="CHUNG, FIONA (PGR)" userId="bd5d4c77-7594-4285-b702-3d140c61ae9d" providerId="ADAL" clId="{494CCF3F-8F84-59D1-90EB-590C829E519F}" dt="2026-06-17T13:42:41.621" v="464" actId="1076"/>
          <ac:spMkLst>
            <pc:docMk/>
            <pc:sldMk cId="341098876" sldId="309"/>
            <ac:spMk id="4" creationId="{C22028EE-8E16-E261-431A-AA664AF38AD2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12.624" v="1847" actId="2696"/>
        <pc:sldMkLst>
          <pc:docMk/>
          <pc:sldMk cId="3250398287" sldId="310"/>
        </pc:sldMkLst>
        <pc:spChg chg="mod">
          <ac:chgData name="CHUNG, FIONA (PGR)" userId="bd5d4c77-7594-4285-b702-3d140c61ae9d" providerId="ADAL" clId="{494CCF3F-8F84-59D1-90EB-590C829E519F}" dt="2026-06-17T13:42:44.229" v="466" actId="20577"/>
          <ac:spMkLst>
            <pc:docMk/>
            <pc:sldMk cId="3250398287" sldId="310"/>
            <ac:spMk id="4" creationId="{DB73286F-EB19-9E4E-F3AE-9F45E8BF6833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53.414" v="1866" actId="2696"/>
        <pc:sldMkLst>
          <pc:docMk/>
          <pc:sldMk cId="2728403703" sldId="311"/>
        </pc:sldMkLst>
        <pc:spChg chg="mod">
          <ac:chgData name="CHUNG, FIONA (PGR)" userId="bd5d4c77-7594-4285-b702-3d140c61ae9d" providerId="ADAL" clId="{494CCF3F-8F84-59D1-90EB-590C829E519F}" dt="2026-06-17T13:43:10.175" v="474" actId="20577"/>
          <ac:spMkLst>
            <pc:docMk/>
            <pc:sldMk cId="2728403703" sldId="311"/>
            <ac:spMk id="4" creationId="{5BB61455-84CE-08D2-8B44-DAC6FADE3C0A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53.419" v="1867" actId="2696"/>
        <pc:sldMkLst>
          <pc:docMk/>
          <pc:sldMk cId="110210500" sldId="312"/>
        </pc:sldMkLst>
        <pc:spChg chg="mod">
          <ac:chgData name="CHUNG, FIONA (PGR)" userId="bd5d4c77-7594-4285-b702-3d140c61ae9d" providerId="ADAL" clId="{494CCF3F-8F84-59D1-90EB-590C829E519F}" dt="2026-06-17T13:43:15.519" v="477" actId="14100"/>
          <ac:spMkLst>
            <pc:docMk/>
            <pc:sldMk cId="110210500" sldId="312"/>
            <ac:spMk id="4" creationId="{0351DF7E-C8EE-B67F-7915-843D0979D2B4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39:53.423" v="1868" actId="2696"/>
        <pc:sldMkLst>
          <pc:docMk/>
          <pc:sldMk cId="4099591989" sldId="313"/>
        </pc:sldMkLst>
        <pc:spChg chg="mod">
          <ac:chgData name="CHUNG, FIONA (PGR)" userId="bd5d4c77-7594-4285-b702-3d140c61ae9d" providerId="ADAL" clId="{494CCF3F-8F84-59D1-90EB-590C829E519F}" dt="2026-06-17T13:43:18.071" v="479" actId="20577"/>
          <ac:spMkLst>
            <pc:docMk/>
            <pc:sldMk cId="4099591989" sldId="313"/>
            <ac:spMk id="4" creationId="{947182FA-5239-B994-7750-BA5B2BCE1116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25.140" v="1938" actId="2696"/>
        <pc:sldMkLst>
          <pc:docMk/>
          <pc:sldMk cId="2219554899" sldId="314"/>
        </pc:sldMkLst>
        <pc:spChg chg="mod">
          <ac:chgData name="CHUNG, FIONA (PGR)" userId="bd5d4c77-7594-4285-b702-3d140c61ae9d" providerId="ADAL" clId="{494CCF3F-8F84-59D1-90EB-590C829E519F}" dt="2026-06-17T13:44:48.339" v="489" actId="20577"/>
          <ac:spMkLst>
            <pc:docMk/>
            <pc:sldMk cId="2219554899" sldId="314"/>
            <ac:spMk id="4" creationId="{3E8520E6-3847-2408-BF5A-EE13ED9C3028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25.144" v="1939" actId="2696"/>
        <pc:sldMkLst>
          <pc:docMk/>
          <pc:sldMk cId="3422209254" sldId="315"/>
        </pc:sldMkLst>
        <pc:spChg chg="mod">
          <ac:chgData name="CHUNG, FIONA (PGR)" userId="bd5d4c77-7594-4285-b702-3d140c61ae9d" providerId="ADAL" clId="{494CCF3F-8F84-59D1-90EB-590C829E519F}" dt="2026-06-17T13:44:50.944" v="491" actId="20577"/>
          <ac:spMkLst>
            <pc:docMk/>
            <pc:sldMk cId="3422209254" sldId="315"/>
            <ac:spMk id="4" creationId="{06E60A1A-DCDE-A251-51F6-CC7BBCC9DF23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25.148" v="1940" actId="2696"/>
        <pc:sldMkLst>
          <pc:docMk/>
          <pc:sldMk cId="3889990696" sldId="316"/>
        </pc:sldMkLst>
        <pc:spChg chg="mod">
          <ac:chgData name="CHUNG, FIONA (PGR)" userId="bd5d4c77-7594-4285-b702-3d140c61ae9d" providerId="ADAL" clId="{494CCF3F-8F84-59D1-90EB-590C829E519F}" dt="2026-06-17T13:44:52.950" v="493" actId="20577"/>
          <ac:spMkLst>
            <pc:docMk/>
            <pc:sldMk cId="3889990696" sldId="316"/>
            <ac:spMk id="4" creationId="{9E2A87DD-3866-3041-3846-63925AACF91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37.142" v="1950" actId="2696"/>
        <pc:sldMkLst>
          <pc:docMk/>
          <pc:sldMk cId="674041649" sldId="317"/>
        </pc:sldMkLst>
        <pc:spChg chg="mod">
          <ac:chgData name="CHUNG, FIONA (PGR)" userId="bd5d4c77-7594-4285-b702-3d140c61ae9d" providerId="ADAL" clId="{494CCF3F-8F84-59D1-90EB-590C829E519F}" dt="2026-06-17T13:45:07.425" v="503" actId="20577"/>
          <ac:spMkLst>
            <pc:docMk/>
            <pc:sldMk cId="674041649" sldId="317"/>
            <ac:spMk id="4" creationId="{32353103-E86C-4A85-CB7A-10AE760A9DB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37.149" v="1951" actId="2696"/>
        <pc:sldMkLst>
          <pc:docMk/>
          <pc:sldMk cId="2579561377" sldId="318"/>
        </pc:sldMkLst>
        <pc:spChg chg="mod">
          <ac:chgData name="CHUNG, FIONA (PGR)" userId="bd5d4c77-7594-4285-b702-3d140c61ae9d" providerId="ADAL" clId="{494CCF3F-8F84-59D1-90EB-590C829E519F}" dt="2026-06-17T13:45:09.521" v="505" actId="20577"/>
          <ac:spMkLst>
            <pc:docMk/>
            <pc:sldMk cId="2579561377" sldId="318"/>
            <ac:spMk id="4" creationId="{099F5580-DACC-E746-9B1D-99D6F60CD86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2:37.154" v="1952" actId="2696"/>
        <pc:sldMkLst>
          <pc:docMk/>
          <pc:sldMk cId="1179124694" sldId="319"/>
        </pc:sldMkLst>
        <pc:spChg chg="mod">
          <ac:chgData name="CHUNG, FIONA (PGR)" userId="bd5d4c77-7594-4285-b702-3d140c61ae9d" providerId="ADAL" clId="{494CCF3F-8F84-59D1-90EB-590C829E519F}" dt="2026-06-17T13:45:11.948" v="507" actId="20577"/>
          <ac:spMkLst>
            <pc:docMk/>
            <pc:sldMk cId="1179124694" sldId="319"/>
            <ac:spMk id="4" creationId="{33C399CB-CD27-B1E4-098F-C9E120E78D2C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05.593" v="1967" actId="2696"/>
        <pc:sldMkLst>
          <pc:docMk/>
          <pc:sldMk cId="4207256104" sldId="320"/>
        </pc:sldMkLst>
        <pc:spChg chg="mod">
          <ac:chgData name="CHUNG, FIONA (PGR)" userId="bd5d4c77-7594-4285-b702-3d140c61ae9d" providerId="ADAL" clId="{494CCF3F-8F84-59D1-90EB-590C829E519F}" dt="2026-06-17T13:47:45.983" v="519" actId="20577"/>
          <ac:spMkLst>
            <pc:docMk/>
            <pc:sldMk cId="4207256104" sldId="320"/>
            <ac:spMk id="4" creationId="{A64FABD7-EA32-73DD-B288-3B087A36EA6F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05.598" v="1968" actId="2696"/>
        <pc:sldMkLst>
          <pc:docMk/>
          <pc:sldMk cId="550051612" sldId="321"/>
        </pc:sldMkLst>
        <pc:spChg chg="mod">
          <ac:chgData name="CHUNG, FIONA (PGR)" userId="bd5d4c77-7594-4285-b702-3d140c61ae9d" providerId="ADAL" clId="{494CCF3F-8F84-59D1-90EB-590C829E519F}" dt="2026-06-17T13:47:47.982" v="521" actId="20577"/>
          <ac:spMkLst>
            <pc:docMk/>
            <pc:sldMk cId="550051612" sldId="321"/>
            <ac:spMk id="4" creationId="{C1EB6A14-D863-A5D6-338E-F35F31D45F17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05.602" v="1969" actId="2696"/>
        <pc:sldMkLst>
          <pc:docMk/>
          <pc:sldMk cId="3962226284" sldId="322"/>
        </pc:sldMkLst>
        <pc:spChg chg="mod">
          <ac:chgData name="CHUNG, FIONA (PGR)" userId="bd5d4c77-7594-4285-b702-3d140c61ae9d" providerId="ADAL" clId="{494CCF3F-8F84-59D1-90EB-590C829E519F}" dt="2026-06-17T13:47:50.016" v="523" actId="20577"/>
          <ac:spMkLst>
            <pc:docMk/>
            <pc:sldMk cId="3962226284" sldId="322"/>
            <ac:spMk id="4" creationId="{6C4C8BC6-7899-E126-77A6-8F7B0C2FDFC9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37.482" v="1997" actId="2696"/>
        <pc:sldMkLst>
          <pc:docMk/>
          <pc:sldMk cId="3835193424" sldId="323"/>
        </pc:sldMkLst>
        <pc:spChg chg="mod">
          <ac:chgData name="CHUNG, FIONA (PGR)" userId="bd5d4c77-7594-4285-b702-3d140c61ae9d" providerId="ADAL" clId="{494CCF3F-8F84-59D1-90EB-590C829E519F}" dt="2026-06-17T13:48:06.369" v="533" actId="20577"/>
          <ac:spMkLst>
            <pc:docMk/>
            <pc:sldMk cId="3835193424" sldId="323"/>
            <ac:spMk id="4" creationId="{FA5824CD-55AD-12F1-842F-454359E331B4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37.490" v="1999" actId="2696"/>
        <pc:sldMkLst>
          <pc:docMk/>
          <pc:sldMk cId="1820294711" sldId="324"/>
        </pc:sldMkLst>
        <pc:spChg chg="mod">
          <ac:chgData name="CHUNG, FIONA (PGR)" userId="bd5d4c77-7594-4285-b702-3d140c61ae9d" providerId="ADAL" clId="{494CCF3F-8F84-59D1-90EB-590C829E519F}" dt="2026-06-17T13:48:08.780" v="535" actId="20577"/>
          <ac:spMkLst>
            <pc:docMk/>
            <pc:sldMk cId="1820294711" sldId="324"/>
            <ac:spMk id="4" creationId="{AEC9F725-E246-BD9A-0BC5-907B1A3FFBFC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3:37.486" v="1998" actId="2696"/>
        <pc:sldMkLst>
          <pc:docMk/>
          <pc:sldMk cId="214136422" sldId="325"/>
        </pc:sldMkLst>
        <pc:spChg chg="mod">
          <ac:chgData name="CHUNG, FIONA (PGR)" userId="bd5d4c77-7594-4285-b702-3d140c61ae9d" providerId="ADAL" clId="{494CCF3F-8F84-59D1-90EB-590C829E519F}" dt="2026-06-17T13:48:11.141" v="537" actId="20577"/>
          <ac:spMkLst>
            <pc:docMk/>
            <pc:sldMk cId="214136422" sldId="325"/>
            <ac:spMk id="4" creationId="{C168BBD1-BC35-64FE-597C-4CF6C98C04D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09.283" v="2018" actId="2696"/>
        <pc:sldMkLst>
          <pc:docMk/>
          <pc:sldMk cId="4153549484" sldId="326"/>
        </pc:sldMkLst>
        <pc:spChg chg="mod">
          <ac:chgData name="CHUNG, FIONA (PGR)" userId="bd5d4c77-7594-4285-b702-3d140c61ae9d" providerId="ADAL" clId="{494CCF3F-8F84-59D1-90EB-590C829E519F}" dt="2026-06-17T13:49:37.137" v="547" actId="20577"/>
          <ac:spMkLst>
            <pc:docMk/>
            <pc:sldMk cId="4153549484" sldId="326"/>
            <ac:spMk id="4" creationId="{A0FB3D42-A489-7915-4E4C-36910B34911A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09.292" v="2020" actId="2696"/>
        <pc:sldMkLst>
          <pc:docMk/>
          <pc:sldMk cId="3854599647" sldId="327"/>
        </pc:sldMkLst>
        <pc:spChg chg="mod">
          <ac:chgData name="CHUNG, FIONA (PGR)" userId="bd5d4c77-7594-4285-b702-3d140c61ae9d" providerId="ADAL" clId="{494CCF3F-8F84-59D1-90EB-590C829E519F}" dt="2026-06-17T13:49:44.659" v="551" actId="1076"/>
          <ac:spMkLst>
            <pc:docMk/>
            <pc:sldMk cId="3854599647" sldId="327"/>
            <ac:spMk id="4" creationId="{00316501-44D7-6482-980F-C1E061CCFFBB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09.287" v="2019" actId="2696"/>
        <pc:sldMkLst>
          <pc:docMk/>
          <pc:sldMk cId="695751294" sldId="328"/>
        </pc:sldMkLst>
        <pc:spChg chg="mod">
          <ac:chgData name="CHUNG, FIONA (PGR)" userId="bd5d4c77-7594-4285-b702-3d140c61ae9d" providerId="ADAL" clId="{494CCF3F-8F84-59D1-90EB-590C829E519F}" dt="2026-06-17T13:49:47.787" v="553" actId="20577"/>
          <ac:spMkLst>
            <pc:docMk/>
            <pc:sldMk cId="695751294" sldId="328"/>
            <ac:spMk id="4" creationId="{FC64C656-F02A-40B2-AF91-BC90640807E5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39.969" v="2043" actId="2696"/>
        <pc:sldMkLst>
          <pc:docMk/>
          <pc:sldMk cId="2029546300" sldId="329"/>
        </pc:sldMkLst>
        <pc:spChg chg="mod">
          <ac:chgData name="CHUNG, FIONA (PGR)" userId="bd5d4c77-7594-4285-b702-3d140c61ae9d" providerId="ADAL" clId="{494CCF3F-8F84-59D1-90EB-590C829E519F}" dt="2026-06-17T13:50:17.263" v="566" actId="20577"/>
          <ac:spMkLst>
            <pc:docMk/>
            <pc:sldMk cId="2029546300" sldId="329"/>
            <ac:spMk id="4" creationId="{F53E2FE5-9757-945A-2B4E-CF9BB9F46343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39.976" v="2045" actId="2696"/>
        <pc:sldMkLst>
          <pc:docMk/>
          <pc:sldMk cId="2953893950" sldId="330"/>
        </pc:sldMkLst>
        <pc:spChg chg="mod">
          <ac:chgData name="CHUNG, FIONA (PGR)" userId="bd5d4c77-7594-4285-b702-3d140c61ae9d" providerId="ADAL" clId="{494CCF3F-8F84-59D1-90EB-590C829E519F}" dt="2026-06-17T13:50:20.863" v="568" actId="20577"/>
          <ac:spMkLst>
            <pc:docMk/>
            <pc:sldMk cId="2953893950" sldId="330"/>
            <ac:spMk id="4" creationId="{682A609A-4D23-7C3D-1392-6B20430E769F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4:39.972" v="2044" actId="2696"/>
        <pc:sldMkLst>
          <pc:docMk/>
          <pc:sldMk cId="3282014422" sldId="331"/>
        </pc:sldMkLst>
        <pc:spChg chg="mod">
          <ac:chgData name="CHUNG, FIONA (PGR)" userId="bd5d4c77-7594-4285-b702-3d140c61ae9d" providerId="ADAL" clId="{494CCF3F-8F84-59D1-90EB-590C829E519F}" dt="2026-06-17T13:50:22.959" v="570" actId="20577"/>
          <ac:spMkLst>
            <pc:docMk/>
            <pc:sldMk cId="3282014422" sldId="331"/>
            <ac:spMk id="4" creationId="{5CAD58B4-09BE-10C4-4D2C-58019AA77AEC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00.974" v="2058" actId="2696"/>
        <pc:sldMkLst>
          <pc:docMk/>
          <pc:sldMk cId="3247505329" sldId="332"/>
        </pc:sldMkLst>
        <pc:spChg chg="mod">
          <ac:chgData name="CHUNG, FIONA (PGR)" userId="bd5d4c77-7594-4285-b702-3d140c61ae9d" providerId="ADAL" clId="{494CCF3F-8F84-59D1-90EB-590C829E519F}" dt="2026-06-17T13:52:09.835" v="580" actId="20577"/>
          <ac:spMkLst>
            <pc:docMk/>
            <pc:sldMk cId="3247505329" sldId="332"/>
            <ac:spMk id="4" creationId="{C4065D0E-2F8C-421D-3A53-DB0615BE7519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00.983" v="2060" actId="2696"/>
        <pc:sldMkLst>
          <pc:docMk/>
          <pc:sldMk cId="3700790473" sldId="333"/>
        </pc:sldMkLst>
        <pc:spChg chg="mod">
          <ac:chgData name="CHUNG, FIONA (PGR)" userId="bd5d4c77-7594-4285-b702-3d140c61ae9d" providerId="ADAL" clId="{494CCF3F-8F84-59D1-90EB-590C829E519F}" dt="2026-06-17T13:52:12.350" v="582" actId="20577"/>
          <ac:spMkLst>
            <pc:docMk/>
            <pc:sldMk cId="3700790473" sldId="333"/>
            <ac:spMk id="4" creationId="{43451717-20EF-F74D-0F0F-8E63C507A6B2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00.978" v="2059" actId="2696"/>
        <pc:sldMkLst>
          <pc:docMk/>
          <pc:sldMk cId="1905406596" sldId="334"/>
        </pc:sldMkLst>
        <pc:spChg chg="mod">
          <ac:chgData name="CHUNG, FIONA (PGR)" userId="bd5d4c77-7594-4285-b702-3d140c61ae9d" providerId="ADAL" clId="{494CCF3F-8F84-59D1-90EB-590C829E519F}" dt="2026-06-17T13:52:14.726" v="584" actId="20577"/>
          <ac:spMkLst>
            <pc:docMk/>
            <pc:sldMk cId="1905406596" sldId="334"/>
            <ac:spMk id="4" creationId="{85F563FC-B4DB-1824-D8F5-64C40042A4AF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50.084" v="2086" actId="2696"/>
        <pc:sldMkLst>
          <pc:docMk/>
          <pc:sldMk cId="2528907347" sldId="335"/>
        </pc:sldMkLst>
        <pc:spChg chg="mod">
          <ac:chgData name="CHUNG, FIONA (PGR)" userId="bd5d4c77-7594-4285-b702-3d140c61ae9d" providerId="ADAL" clId="{494CCF3F-8F84-59D1-90EB-590C829E519F}" dt="2026-06-17T13:52:29.664" v="594" actId="20577"/>
          <ac:spMkLst>
            <pc:docMk/>
            <pc:sldMk cId="2528907347" sldId="335"/>
            <ac:spMk id="4" creationId="{90E5FC2D-889F-C729-13F9-05073C6B9B2E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50.092" v="2088" actId="2696"/>
        <pc:sldMkLst>
          <pc:docMk/>
          <pc:sldMk cId="4082138336" sldId="336"/>
        </pc:sldMkLst>
        <pc:spChg chg="mod">
          <ac:chgData name="CHUNG, FIONA (PGR)" userId="bd5d4c77-7594-4285-b702-3d140c61ae9d" providerId="ADAL" clId="{494CCF3F-8F84-59D1-90EB-590C829E519F}" dt="2026-06-17T13:52:31.698" v="596" actId="20577"/>
          <ac:spMkLst>
            <pc:docMk/>
            <pc:sldMk cId="4082138336" sldId="336"/>
            <ac:spMk id="4" creationId="{6756463E-C773-35DC-7FAB-752D47C8D9F7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5:50.088" v="2087" actId="2696"/>
        <pc:sldMkLst>
          <pc:docMk/>
          <pc:sldMk cId="4195249277" sldId="337"/>
        </pc:sldMkLst>
        <pc:spChg chg="mod">
          <ac:chgData name="CHUNG, FIONA (PGR)" userId="bd5d4c77-7594-4285-b702-3d140c61ae9d" providerId="ADAL" clId="{494CCF3F-8F84-59D1-90EB-590C829E519F}" dt="2026-06-17T13:52:33.631" v="598" actId="20577"/>
          <ac:spMkLst>
            <pc:docMk/>
            <pc:sldMk cId="4195249277" sldId="337"/>
            <ac:spMk id="4" creationId="{74858AFA-BC60-D9B9-1FE9-E355FB0C747C}"/>
          </ac:spMkLst>
        </pc:spChg>
      </pc:sldChg>
      <pc:sldChg chg="modSp add del mod">
        <pc:chgData name="CHUNG, FIONA (PGR)" userId="bd5d4c77-7594-4285-b702-3d140c61ae9d" providerId="ADAL" clId="{494CCF3F-8F84-59D1-90EB-590C829E519F}" dt="2026-06-18T17:46:43.717" v="2103" actId="2696"/>
        <pc:sldMkLst>
          <pc:docMk/>
          <pc:sldMk cId="1980938881" sldId="338"/>
        </pc:sldMkLst>
        <pc:spChg chg="mod">
          <ac:chgData name="CHUNG, FIONA (PGR)" userId="bd5d4c77-7594-4285-b702-3d140c61ae9d" providerId="ADAL" clId="{494CCF3F-8F84-59D1-90EB-590C829E519F}" dt="2026-06-17T14:44:32.440" v="633" actId="20577"/>
          <ac:spMkLst>
            <pc:docMk/>
            <pc:sldMk cId="1980938881" sldId="338"/>
            <ac:spMk id="8" creationId="{4C91135E-15DE-6C68-82A9-D88D0F455AF9}"/>
          </ac:spMkLst>
        </pc:spChg>
        <pc:picChg chg="mod">
          <ac:chgData name="CHUNG, FIONA (PGR)" userId="bd5d4c77-7594-4285-b702-3d140c61ae9d" providerId="ADAL" clId="{494CCF3F-8F84-59D1-90EB-590C829E519F}" dt="2026-06-17T14:43:55.230" v="614" actId="1076"/>
          <ac:picMkLst>
            <pc:docMk/>
            <pc:sldMk cId="1980938881" sldId="338"/>
            <ac:picMk id="5" creationId="{5CA7AA15-D382-BC3D-50C2-4138A837F761}"/>
          </ac:picMkLst>
        </pc:picChg>
      </pc:sldChg>
      <pc:sldChg chg="modSp add del mod replId">
        <pc:chgData name="CHUNG, FIONA (PGR)" userId="bd5d4c77-7594-4285-b702-3d140c61ae9d" providerId="ADAL" clId="{494CCF3F-8F84-59D1-90EB-590C829E519F}" dt="2026-06-18T17:46:43.729" v="2108" actId="2696"/>
        <pc:sldMkLst>
          <pc:docMk/>
          <pc:sldMk cId="2894032785" sldId="339"/>
        </pc:sldMkLst>
        <pc:spChg chg="mod">
          <ac:chgData name="CHUNG, FIONA (PGR)" userId="bd5d4c77-7594-4285-b702-3d140c61ae9d" providerId="ADAL" clId="{494CCF3F-8F84-59D1-90EB-590C829E519F}" dt="2026-06-17T14:44:43.420" v="637" actId="20577"/>
          <ac:spMkLst>
            <pc:docMk/>
            <pc:sldMk cId="2894032785" sldId="339"/>
            <ac:spMk id="4" creationId="{3CDD5E3A-B66F-14DF-534D-92E7F57D8163}"/>
          </ac:spMkLst>
        </pc:spChg>
      </pc:sldChg>
      <pc:sldChg chg="modSp add del mod replId modNotesTx">
        <pc:chgData name="CHUNG, FIONA (PGR)" userId="bd5d4c77-7594-4285-b702-3d140c61ae9d" providerId="ADAL" clId="{494CCF3F-8F84-59D1-90EB-590C829E519F}" dt="2026-06-18T17:46:43.740" v="2113" actId="2696"/>
        <pc:sldMkLst>
          <pc:docMk/>
          <pc:sldMk cId="93253357" sldId="340"/>
        </pc:sldMkLst>
        <pc:spChg chg="mod">
          <ac:chgData name="CHUNG, FIONA (PGR)" userId="bd5d4c77-7594-4285-b702-3d140c61ae9d" providerId="ADAL" clId="{494CCF3F-8F84-59D1-90EB-590C829E519F}" dt="2026-06-17T14:48:00.440" v="691" actId="14100"/>
          <ac:spMkLst>
            <pc:docMk/>
            <pc:sldMk cId="93253357" sldId="340"/>
            <ac:spMk id="7" creationId="{ACF2DB2D-58C4-08BC-24C9-4C14D5B70CCA}"/>
          </ac:spMkLst>
        </pc:spChg>
      </pc:sldChg>
      <pc:sldChg chg="modSp add del mod replId modNotesTx">
        <pc:chgData name="CHUNG, FIONA (PGR)" userId="bd5d4c77-7594-4285-b702-3d140c61ae9d" providerId="ADAL" clId="{494CCF3F-8F84-59D1-90EB-590C829E519F}" dt="2026-06-18T17:46:43.756" v="2124" actId="2696"/>
        <pc:sldMkLst>
          <pc:docMk/>
          <pc:sldMk cId="1420305362" sldId="341"/>
        </pc:sldMkLst>
        <pc:spChg chg="mod">
          <ac:chgData name="CHUNG, FIONA (PGR)" userId="bd5d4c77-7594-4285-b702-3d140c61ae9d" providerId="ADAL" clId="{494CCF3F-8F84-59D1-90EB-590C829E519F}" dt="2026-06-17T14:48:05.106" v="692" actId="14100"/>
          <ac:spMkLst>
            <pc:docMk/>
            <pc:sldMk cId="1420305362" sldId="341"/>
            <ac:spMk id="7" creationId="{26571233-0631-9EE3-FA6A-7F1D778FEE10}"/>
          </ac:spMkLst>
        </pc:spChg>
      </pc:sldChg>
      <pc:sldChg chg="addSp delSp modSp add del mod replId">
        <pc:chgData name="CHUNG, FIONA (PGR)" userId="bd5d4c77-7594-4285-b702-3d140c61ae9d" providerId="ADAL" clId="{494CCF3F-8F84-59D1-90EB-590C829E519F}" dt="2026-06-18T17:46:43.800" v="2179" actId="2696"/>
        <pc:sldMkLst>
          <pc:docMk/>
          <pc:sldMk cId="1321413894" sldId="342"/>
        </pc:sldMkLst>
        <pc:spChg chg="add mod">
          <ac:chgData name="CHUNG, FIONA (PGR)" userId="bd5d4c77-7594-4285-b702-3d140c61ae9d" providerId="ADAL" clId="{494CCF3F-8F84-59D1-90EB-590C829E519F}" dt="2026-06-17T14:49:50.996" v="708" actId="20577"/>
          <ac:spMkLst>
            <pc:docMk/>
            <pc:sldMk cId="1321413894" sldId="342"/>
            <ac:spMk id="2" creationId="{DACA7310-F78C-0487-BCCC-99F4B83357C2}"/>
          </ac:spMkLst>
        </pc:spChg>
        <pc:spChg chg="add del mod">
          <ac:chgData name="CHUNG, FIONA (PGR)" userId="bd5d4c77-7594-4285-b702-3d140c61ae9d" providerId="ADAL" clId="{494CCF3F-8F84-59D1-90EB-590C829E519F}" dt="2026-06-17T14:49:59.722" v="727" actId="1076"/>
          <ac:spMkLst>
            <pc:docMk/>
            <pc:sldMk cId="1321413894" sldId="342"/>
            <ac:spMk id="7" creationId="{C81731DE-4F80-E53C-DBA8-D78DB66726D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32" v="2109" actId="2696"/>
        <pc:sldMkLst>
          <pc:docMk/>
          <pc:sldMk cId="2280504248" sldId="343"/>
        </pc:sldMkLst>
        <pc:spChg chg="mod">
          <ac:chgData name="CHUNG, FIONA (PGR)" userId="bd5d4c77-7594-4285-b702-3d140c61ae9d" providerId="ADAL" clId="{494CCF3F-8F84-59D1-90EB-590C829E519F}" dt="2026-06-17T14:50:16.217" v="753" actId="1076"/>
          <ac:spMkLst>
            <pc:docMk/>
            <pc:sldMk cId="2280504248" sldId="343"/>
            <ac:spMk id="7" creationId="{B8858705-E636-779F-2CA3-76C1B54EE4C3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7" v="2118" actId="2696"/>
        <pc:sldMkLst>
          <pc:docMk/>
          <pc:sldMk cId="1032217365" sldId="344"/>
        </pc:sldMkLst>
        <pc:spChg chg="mod">
          <ac:chgData name="CHUNG, FIONA (PGR)" userId="bd5d4c77-7594-4285-b702-3d140c61ae9d" providerId="ADAL" clId="{494CCF3F-8F84-59D1-90EB-590C829E519F}" dt="2026-06-17T14:50:27.072" v="771" actId="1076"/>
          <ac:spMkLst>
            <pc:docMk/>
            <pc:sldMk cId="1032217365" sldId="344"/>
            <ac:spMk id="4" creationId="{C5AF3936-3707-D842-AFAF-D7D8D9084E5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1" v="2165" actId="2696"/>
        <pc:sldMkLst>
          <pc:docMk/>
          <pc:sldMk cId="1458916910" sldId="345"/>
        </pc:sldMkLst>
        <pc:spChg chg="mod">
          <ac:chgData name="CHUNG, FIONA (PGR)" userId="bd5d4c77-7594-4285-b702-3d140c61ae9d" providerId="ADAL" clId="{494CCF3F-8F84-59D1-90EB-590C829E519F}" dt="2026-06-17T14:50:40.122" v="792" actId="1076"/>
          <ac:spMkLst>
            <pc:docMk/>
            <pc:sldMk cId="1458916910" sldId="345"/>
            <ac:spMk id="4" creationId="{4BD700F3-BEB0-F879-C3E8-E717D69EE04C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5" v="2157" actId="2696"/>
        <pc:sldMkLst>
          <pc:docMk/>
          <pc:sldMk cId="4055623725" sldId="346"/>
        </pc:sldMkLst>
        <pc:spChg chg="mod">
          <ac:chgData name="CHUNG, FIONA (PGR)" userId="bd5d4c77-7594-4285-b702-3d140c61ae9d" providerId="ADAL" clId="{494CCF3F-8F84-59D1-90EB-590C829E519F}" dt="2026-06-17T14:50:48.089" v="810" actId="1076"/>
          <ac:spMkLst>
            <pc:docMk/>
            <pc:sldMk cId="4055623725" sldId="346"/>
            <ac:spMk id="4" creationId="{B085E691-84B8-DBDA-EB52-85FCF833E2A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2" v="2114" actId="2696"/>
        <pc:sldMkLst>
          <pc:docMk/>
          <pc:sldMk cId="416878920" sldId="347"/>
        </pc:sldMkLst>
        <pc:spChg chg="mod">
          <ac:chgData name="CHUNG, FIONA (PGR)" userId="bd5d4c77-7594-4285-b702-3d140c61ae9d" providerId="ADAL" clId="{494CCF3F-8F84-59D1-90EB-590C829E519F}" dt="2026-06-17T14:50:56.393" v="828" actId="1076"/>
          <ac:spMkLst>
            <pc:docMk/>
            <pc:sldMk cId="416878920" sldId="347"/>
            <ac:spMk id="4" creationId="{A119828C-779F-8D8A-E162-F3C67808052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0" v="2120" actId="2696"/>
        <pc:sldMkLst>
          <pc:docMk/>
          <pc:sldMk cId="1298220295" sldId="348"/>
        </pc:sldMkLst>
        <pc:spChg chg="mod">
          <ac:chgData name="CHUNG, FIONA (PGR)" userId="bd5d4c77-7594-4285-b702-3d140c61ae9d" providerId="ADAL" clId="{494CCF3F-8F84-59D1-90EB-590C829E519F}" dt="2026-06-17T14:51:10.341" v="847" actId="1076"/>
          <ac:spMkLst>
            <pc:docMk/>
            <pc:sldMk cId="1298220295" sldId="348"/>
            <ac:spMk id="4" creationId="{12D58E31-F34B-1FAD-CC3A-867F1D38A23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2" v="2167" actId="2696"/>
        <pc:sldMkLst>
          <pc:docMk/>
          <pc:sldMk cId="4283740464" sldId="349"/>
        </pc:sldMkLst>
        <pc:spChg chg="mod">
          <ac:chgData name="CHUNG, FIONA (PGR)" userId="bd5d4c77-7594-4285-b702-3d140c61ae9d" providerId="ADAL" clId="{494CCF3F-8F84-59D1-90EB-590C829E519F}" dt="2026-06-17T14:53:51.392" v="866" actId="1076"/>
          <ac:spMkLst>
            <pc:docMk/>
            <pc:sldMk cId="4283740464" sldId="349"/>
            <ac:spMk id="4" creationId="{B5091467-4F6E-129F-24C0-1E4591AE0D9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8" v="2135" actId="2696"/>
        <pc:sldMkLst>
          <pc:docMk/>
          <pc:sldMk cId="3996100928" sldId="350"/>
        </pc:sldMkLst>
        <pc:spChg chg="mod">
          <ac:chgData name="CHUNG, FIONA (PGR)" userId="bd5d4c77-7594-4285-b702-3d140c61ae9d" providerId="ADAL" clId="{494CCF3F-8F84-59D1-90EB-590C829E519F}" dt="2026-06-17T14:54:00.741" v="884" actId="1076"/>
          <ac:spMkLst>
            <pc:docMk/>
            <pc:sldMk cId="3996100928" sldId="350"/>
            <ac:spMk id="4" creationId="{598C80A8-1045-E5F2-3AEC-F0E51EDD574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804" v="2183" actId="2696"/>
        <pc:sldMkLst>
          <pc:docMk/>
          <pc:sldMk cId="1669467595" sldId="351"/>
        </pc:sldMkLst>
        <pc:spChg chg="mod">
          <ac:chgData name="CHUNG, FIONA (PGR)" userId="bd5d4c77-7594-4285-b702-3d140c61ae9d" providerId="ADAL" clId="{494CCF3F-8F84-59D1-90EB-590C829E519F}" dt="2026-06-17T14:54:09.388" v="902" actId="1076"/>
          <ac:spMkLst>
            <pc:docMk/>
            <pc:sldMk cId="1669467595" sldId="351"/>
            <ac:spMk id="4" creationId="{E70F623A-C36D-3FBD-8AAA-B340CA4ED64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6" v="2158" actId="2696"/>
        <pc:sldMkLst>
          <pc:docMk/>
          <pc:sldMk cId="4069263390" sldId="352"/>
        </pc:sldMkLst>
        <pc:spChg chg="mod">
          <ac:chgData name="CHUNG, FIONA (PGR)" userId="bd5d4c77-7594-4285-b702-3d140c61ae9d" providerId="ADAL" clId="{494CCF3F-8F84-59D1-90EB-590C829E519F}" dt="2026-06-17T14:54:17.942" v="920" actId="1076"/>
          <ac:spMkLst>
            <pc:docMk/>
            <pc:sldMk cId="4069263390" sldId="352"/>
            <ac:spMk id="4" creationId="{418FC2D8-E3A2-4FFD-8D4C-30BFE486CB59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1" v="2166" actId="2696"/>
        <pc:sldMkLst>
          <pc:docMk/>
          <pc:sldMk cId="153714366" sldId="353"/>
        </pc:sldMkLst>
        <pc:spChg chg="mod">
          <ac:chgData name="CHUNG, FIONA (PGR)" userId="bd5d4c77-7594-4285-b702-3d140c61ae9d" providerId="ADAL" clId="{494CCF3F-8F84-59D1-90EB-590C829E519F}" dt="2026-06-17T14:54:26.846" v="938" actId="1076"/>
          <ac:spMkLst>
            <pc:docMk/>
            <pc:sldMk cId="153714366" sldId="353"/>
            <ac:spMk id="4" creationId="{965CA2DF-03F1-8E51-2DDE-E73339822ACD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9" v="2127" actId="2696"/>
        <pc:sldMkLst>
          <pc:docMk/>
          <pc:sldMk cId="3326155753" sldId="354"/>
        </pc:sldMkLst>
        <pc:spChg chg="mod">
          <ac:chgData name="CHUNG, FIONA (PGR)" userId="bd5d4c77-7594-4285-b702-3d140c61ae9d" providerId="ADAL" clId="{494CCF3F-8F84-59D1-90EB-590C829E519F}" dt="2026-06-17T14:54:35.116" v="956" actId="1076"/>
          <ac:spMkLst>
            <pc:docMk/>
            <pc:sldMk cId="3326155753" sldId="354"/>
            <ac:spMk id="4" creationId="{32641FE5-7539-2720-E85B-3B545E53093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3" v="2168" actId="2696"/>
        <pc:sldMkLst>
          <pc:docMk/>
          <pc:sldMk cId="3802912632" sldId="355"/>
        </pc:sldMkLst>
        <pc:spChg chg="mod">
          <ac:chgData name="CHUNG, FIONA (PGR)" userId="bd5d4c77-7594-4285-b702-3d140c61ae9d" providerId="ADAL" clId="{494CCF3F-8F84-59D1-90EB-590C829E519F}" dt="2026-06-17T14:54:42.513" v="976" actId="1076"/>
          <ac:spMkLst>
            <pc:docMk/>
            <pc:sldMk cId="3802912632" sldId="355"/>
            <ac:spMk id="4" creationId="{8798BC6A-CC63-2129-CE77-3249E7AB81C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2" v="2129" actId="2696"/>
        <pc:sldMkLst>
          <pc:docMk/>
          <pc:sldMk cId="1594141708" sldId="356"/>
        </pc:sldMkLst>
        <pc:spChg chg="mod">
          <ac:chgData name="CHUNG, FIONA (PGR)" userId="bd5d4c77-7594-4285-b702-3d140c61ae9d" providerId="ADAL" clId="{494CCF3F-8F84-59D1-90EB-590C829E519F}" dt="2026-06-17T15:00:12.834" v="995" actId="1076"/>
          <ac:spMkLst>
            <pc:docMk/>
            <pc:sldMk cId="1594141708" sldId="356"/>
            <ac:spMk id="4" creationId="{60A1C9AB-EE84-6C53-44A1-8B0BB7C6498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9" v="2119" actId="2696"/>
        <pc:sldMkLst>
          <pc:docMk/>
          <pc:sldMk cId="2433523106" sldId="357"/>
        </pc:sldMkLst>
        <pc:spChg chg="mod">
          <ac:chgData name="CHUNG, FIONA (PGR)" userId="bd5d4c77-7594-4285-b702-3d140c61ae9d" providerId="ADAL" clId="{494CCF3F-8F84-59D1-90EB-590C829E519F}" dt="2026-06-17T15:00:20.632" v="1013" actId="1076"/>
          <ac:spMkLst>
            <pc:docMk/>
            <pc:sldMk cId="2433523106" sldId="357"/>
            <ac:spMk id="4" creationId="{FA357305-2250-D2CA-11A9-BF3F469C3FD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22" v="2105" actId="2696"/>
        <pc:sldMkLst>
          <pc:docMk/>
          <pc:sldMk cId="3037666708" sldId="358"/>
        </pc:sldMkLst>
        <pc:spChg chg="mod">
          <ac:chgData name="CHUNG, FIONA (PGR)" userId="bd5d4c77-7594-4285-b702-3d140c61ae9d" providerId="ADAL" clId="{494CCF3F-8F84-59D1-90EB-590C829E519F}" dt="2026-06-17T15:00:29.817" v="1032" actId="1076"/>
          <ac:spMkLst>
            <pc:docMk/>
            <pc:sldMk cId="3037666708" sldId="358"/>
            <ac:spMk id="4" creationId="{91121008-14ED-6EF6-6552-CF948E5A667C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24" v="2106" actId="2696"/>
        <pc:sldMkLst>
          <pc:docMk/>
          <pc:sldMk cId="2022016266" sldId="359"/>
        </pc:sldMkLst>
        <pc:spChg chg="mod">
          <ac:chgData name="CHUNG, FIONA (PGR)" userId="bd5d4c77-7594-4285-b702-3d140c61ae9d" providerId="ADAL" clId="{494CCF3F-8F84-59D1-90EB-590C829E519F}" dt="2026-06-17T15:00:41.133" v="1050" actId="1076"/>
          <ac:spMkLst>
            <pc:docMk/>
            <pc:sldMk cId="2022016266" sldId="359"/>
            <ac:spMk id="4" creationId="{037C253C-7110-66A5-211B-A2ACE38067A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802" v="2182" actId="2696"/>
        <pc:sldMkLst>
          <pc:docMk/>
          <pc:sldMk cId="1317140882" sldId="360"/>
        </pc:sldMkLst>
        <pc:spChg chg="mod">
          <ac:chgData name="CHUNG, FIONA (PGR)" userId="bd5d4c77-7594-4285-b702-3d140c61ae9d" providerId="ADAL" clId="{494CCF3F-8F84-59D1-90EB-590C829E519F}" dt="2026-06-17T15:00:55.529" v="1068" actId="1076"/>
          <ac:spMkLst>
            <pc:docMk/>
            <pc:sldMk cId="1317140882" sldId="360"/>
            <ac:spMk id="4" creationId="{5CAB003E-9928-8627-CAD7-7C189E04A11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805" v="2184" actId="2696"/>
        <pc:sldMkLst>
          <pc:docMk/>
          <pc:sldMk cId="1033573731" sldId="361"/>
        </pc:sldMkLst>
        <pc:spChg chg="mod">
          <ac:chgData name="CHUNG, FIONA (PGR)" userId="bd5d4c77-7594-4285-b702-3d140c61ae9d" providerId="ADAL" clId="{494CCF3F-8F84-59D1-90EB-590C829E519F}" dt="2026-06-17T15:01:07.371" v="1086" actId="1076"/>
          <ac:spMkLst>
            <pc:docMk/>
            <pc:sldMk cId="1033573731" sldId="361"/>
            <ac:spMk id="4" creationId="{611504F1-3CF2-414D-0501-0E7C79AA8E03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37" v="2112" actId="2696"/>
        <pc:sldMkLst>
          <pc:docMk/>
          <pc:sldMk cId="3292775182" sldId="362"/>
        </pc:sldMkLst>
        <pc:spChg chg="mod">
          <ac:chgData name="CHUNG, FIONA (PGR)" userId="bd5d4c77-7594-4285-b702-3d140c61ae9d" providerId="ADAL" clId="{494CCF3F-8F84-59D1-90EB-590C829E519F}" dt="2026-06-17T15:01:33.017" v="1104" actId="1076"/>
          <ac:spMkLst>
            <pc:docMk/>
            <pc:sldMk cId="3292775182" sldId="362"/>
            <ac:spMk id="4" creationId="{939A2AE6-877E-69A9-E569-74DF261E471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5" v="2143" actId="2696"/>
        <pc:sldMkLst>
          <pc:docMk/>
          <pc:sldMk cId="441207697" sldId="363"/>
        </pc:sldMkLst>
        <pc:spChg chg="mod">
          <ac:chgData name="CHUNG, FIONA (PGR)" userId="bd5d4c77-7594-4285-b702-3d140c61ae9d" providerId="ADAL" clId="{494CCF3F-8F84-59D1-90EB-590C829E519F}" dt="2026-06-17T15:01:41.375" v="1122" actId="1076"/>
          <ac:spMkLst>
            <pc:docMk/>
            <pc:sldMk cId="441207697" sldId="363"/>
            <ac:spMk id="4" creationId="{2C3E5E24-7BEE-B533-4433-58857ADF3665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9" v="2163" actId="2696"/>
        <pc:sldMkLst>
          <pc:docMk/>
          <pc:sldMk cId="2389260084" sldId="364"/>
        </pc:sldMkLst>
        <pc:spChg chg="mod">
          <ac:chgData name="CHUNG, FIONA (PGR)" userId="bd5d4c77-7594-4285-b702-3d140c61ae9d" providerId="ADAL" clId="{494CCF3F-8F84-59D1-90EB-590C829E519F}" dt="2026-06-17T15:03:56.682" v="1140" actId="1076"/>
          <ac:spMkLst>
            <pc:docMk/>
            <pc:sldMk cId="2389260084" sldId="364"/>
            <ac:spMk id="4" creationId="{0268272F-8063-8DF7-6AC0-056B3B1F384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5" v="2132" actId="2696"/>
        <pc:sldMkLst>
          <pc:docMk/>
          <pc:sldMk cId="2735215288" sldId="365"/>
        </pc:sldMkLst>
        <pc:spChg chg="mod">
          <ac:chgData name="CHUNG, FIONA (PGR)" userId="bd5d4c77-7594-4285-b702-3d140c61ae9d" providerId="ADAL" clId="{494CCF3F-8F84-59D1-90EB-590C829E519F}" dt="2026-06-17T15:04:09.323" v="1142" actId="14100"/>
          <ac:spMkLst>
            <pc:docMk/>
            <pc:sldMk cId="2735215288" sldId="365"/>
            <ac:spMk id="4" creationId="{6B32834A-FA02-06DE-0AC2-BFA79847FC96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4" v="2131" actId="2696"/>
        <pc:sldMkLst>
          <pc:docMk/>
          <pc:sldMk cId="692599054" sldId="366"/>
        </pc:sldMkLst>
        <pc:spChg chg="mod">
          <ac:chgData name="CHUNG, FIONA (PGR)" userId="bd5d4c77-7594-4285-b702-3d140c61ae9d" providerId="ADAL" clId="{494CCF3F-8F84-59D1-90EB-590C829E519F}" dt="2026-06-17T15:04:22.977" v="1145" actId="1076"/>
          <ac:spMkLst>
            <pc:docMk/>
            <pc:sldMk cId="692599054" sldId="366"/>
            <ac:spMk id="4" creationId="{D37B068A-EB76-ED70-7805-BF7FBB242760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802" v="2181" actId="2696"/>
        <pc:sldMkLst>
          <pc:docMk/>
          <pc:sldMk cId="252746656" sldId="367"/>
        </pc:sldMkLst>
        <pc:spChg chg="mod">
          <ac:chgData name="CHUNG, FIONA (PGR)" userId="bd5d4c77-7594-4285-b702-3d140c61ae9d" providerId="ADAL" clId="{494CCF3F-8F84-59D1-90EB-590C829E519F}" dt="2026-06-17T15:04:29.424" v="1148" actId="1076"/>
          <ac:spMkLst>
            <pc:docMk/>
            <pc:sldMk cId="252746656" sldId="367"/>
            <ac:spMk id="4" creationId="{8D1149C0-75F4-9276-EA91-E23FD2E304A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6" v="2117" actId="2696"/>
        <pc:sldMkLst>
          <pc:docMk/>
          <pc:sldMk cId="2464558794" sldId="368"/>
        </pc:sldMkLst>
        <pc:spChg chg="mod">
          <ac:chgData name="CHUNG, FIONA (PGR)" userId="bd5d4c77-7594-4285-b702-3d140c61ae9d" providerId="ADAL" clId="{494CCF3F-8F84-59D1-90EB-590C829E519F}" dt="2026-06-17T15:04:42.526" v="1166" actId="1076"/>
          <ac:spMkLst>
            <pc:docMk/>
            <pc:sldMk cId="2464558794" sldId="368"/>
            <ac:spMk id="4" creationId="{69975125-4DEE-25E4-ADAA-2B25298BB653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8" v="2147" actId="2696"/>
        <pc:sldMkLst>
          <pc:docMk/>
          <pc:sldMk cId="3337988378" sldId="369"/>
        </pc:sldMkLst>
        <pc:spChg chg="mod">
          <ac:chgData name="CHUNG, FIONA (PGR)" userId="bd5d4c77-7594-4285-b702-3d140c61ae9d" providerId="ADAL" clId="{494CCF3F-8F84-59D1-90EB-590C829E519F}" dt="2026-06-17T15:04:51.555" v="1169" actId="1076"/>
          <ac:spMkLst>
            <pc:docMk/>
            <pc:sldMk cId="3337988378" sldId="369"/>
            <ac:spMk id="4" creationId="{EC03EBBA-8D70-7A13-64B2-8BAF6708967C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3" v="2154" actId="2696"/>
        <pc:sldMkLst>
          <pc:docMk/>
          <pc:sldMk cId="3023586077" sldId="370"/>
        </pc:sldMkLst>
        <pc:spChg chg="mod">
          <ac:chgData name="CHUNG, FIONA (PGR)" userId="bd5d4c77-7594-4285-b702-3d140c61ae9d" providerId="ADAL" clId="{494CCF3F-8F84-59D1-90EB-590C829E519F}" dt="2026-06-17T15:04:57.907" v="1172" actId="1076"/>
          <ac:spMkLst>
            <pc:docMk/>
            <pc:sldMk cId="3023586077" sldId="370"/>
            <ac:spMk id="4" creationId="{30159665-BF21-6087-D877-3BCAD6CCED8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3" v="2122" actId="2696"/>
        <pc:sldMkLst>
          <pc:docMk/>
          <pc:sldMk cId="2369347163" sldId="371"/>
        </pc:sldMkLst>
        <pc:spChg chg="mod">
          <ac:chgData name="CHUNG, FIONA (PGR)" userId="bd5d4c77-7594-4285-b702-3d140c61ae9d" providerId="ADAL" clId="{494CCF3F-8F84-59D1-90EB-590C829E519F}" dt="2026-06-17T15:05:04.577" v="1175" actId="1076"/>
          <ac:spMkLst>
            <pc:docMk/>
            <pc:sldMk cId="2369347163" sldId="371"/>
            <ac:spMk id="4" creationId="{DA722FB1-C834-9676-9DC3-653456A267E6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2" v="2139" actId="2696"/>
        <pc:sldMkLst>
          <pc:docMk/>
          <pc:sldMk cId="842692330" sldId="372"/>
        </pc:sldMkLst>
        <pc:spChg chg="mod">
          <ac:chgData name="CHUNG, FIONA (PGR)" userId="bd5d4c77-7594-4285-b702-3d140c61ae9d" providerId="ADAL" clId="{494CCF3F-8F84-59D1-90EB-590C829E519F}" dt="2026-06-17T15:06:28.745" v="1194" actId="1076"/>
          <ac:spMkLst>
            <pc:docMk/>
            <pc:sldMk cId="842692330" sldId="372"/>
            <ac:spMk id="4" creationId="{4A474448-3909-DDAE-6EAB-A2E469C16CA5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9" v="2148" actId="2696"/>
        <pc:sldMkLst>
          <pc:docMk/>
          <pc:sldMk cId="2215705204" sldId="373"/>
        </pc:sldMkLst>
        <pc:spChg chg="mod">
          <ac:chgData name="CHUNG, FIONA (PGR)" userId="bd5d4c77-7594-4285-b702-3d140c61ae9d" providerId="ADAL" clId="{494CCF3F-8F84-59D1-90EB-590C829E519F}" dt="2026-06-17T15:06:37.899" v="1197" actId="1076"/>
          <ac:spMkLst>
            <pc:docMk/>
            <pc:sldMk cId="2215705204" sldId="373"/>
            <ac:spMk id="4" creationId="{91EBD9E2-3F4E-DAF5-1D22-9D4F66FADF9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1" v="2121" actId="2696"/>
        <pc:sldMkLst>
          <pc:docMk/>
          <pc:sldMk cId="2204282411" sldId="374"/>
        </pc:sldMkLst>
        <pc:spChg chg="mod">
          <ac:chgData name="CHUNG, FIONA (PGR)" userId="bd5d4c77-7594-4285-b702-3d140c61ae9d" providerId="ADAL" clId="{494CCF3F-8F84-59D1-90EB-590C829E519F}" dt="2026-06-17T15:06:44.117" v="1200" actId="1076"/>
          <ac:spMkLst>
            <pc:docMk/>
            <pc:sldMk cId="2204282411" sldId="374"/>
            <ac:spMk id="4" creationId="{575CB010-BB62-2F98-6063-D43305AF0E6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9" v="2136" actId="2696"/>
        <pc:sldMkLst>
          <pc:docMk/>
          <pc:sldMk cId="159808426" sldId="375"/>
        </pc:sldMkLst>
        <pc:spChg chg="mod">
          <ac:chgData name="CHUNG, FIONA (PGR)" userId="bd5d4c77-7594-4285-b702-3d140c61ae9d" providerId="ADAL" clId="{494CCF3F-8F84-59D1-90EB-590C829E519F}" dt="2026-06-17T15:06:49.344" v="1203" actId="1076"/>
          <ac:spMkLst>
            <pc:docMk/>
            <pc:sldMk cId="159808426" sldId="375"/>
            <ac:spMk id="4" creationId="{976C9230-BE80-2EAA-912B-2AB87F22AF9D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33" v="2110" actId="2696"/>
        <pc:sldMkLst>
          <pc:docMk/>
          <pc:sldMk cId="2545929558" sldId="376"/>
        </pc:sldMkLst>
        <pc:spChg chg="mod">
          <ac:chgData name="CHUNG, FIONA (PGR)" userId="bd5d4c77-7594-4285-b702-3d140c61ae9d" providerId="ADAL" clId="{494CCF3F-8F84-59D1-90EB-590C829E519F}" dt="2026-06-17T15:07:01.555" v="1230" actId="1076"/>
          <ac:spMkLst>
            <pc:docMk/>
            <pc:sldMk cId="2545929558" sldId="376"/>
            <ac:spMk id="4" creationId="{B88F265B-81D0-6304-A6DD-DA6B274152F8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7" v="2146" actId="2696"/>
        <pc:sldMkLst>
          <pc:docMk/>
          <pc:sldMk cId="3183816167" sldId="377"/>
        </pc:sldMkLst>
        <pc:spChg chg="mod">
          <ac:chgData name="CHUNG, FIONA (PGR)" userId="bd5d4c77-7594-4285-b702-3d140c61ae9d" providerId="ADAL" clId="{494CCF3F-8F84-59D1-90EB-590C829E519F}" dt="2026-06-17T15:07:12.452" v="1248" actId="1076"/>
          <ac:spMkLst>
            <pc:docMk/>
            <pc:sldMk cId="3183816167" sldId="377"/>
            <ac:spMk id="4" creationId="{FAA0563A-697C-BEA9-0FDA-C5FB76AABC1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35" v="2111" actId="2696"/>
        <pc:sldMkLst>
          <pc:docMk/>
          <pc:sldMk cId="887077399" sldId="378"/>
        </pc:sldMkLst>
        <pc:spChg chg="mod">
          <ac:chgData name="CHUNG, FIONA (PGR)" userId="bd5d4c77-7594-4285-b702-3d140c61ae9d" providerId="ADAL" clId="{494CCF3F-8F84-59D1-90EB-590C829E519F}" dt="2026-06-17T15:07:26.247" v="1252" actId="1076"/>
          <ac:spMkLst>
            <pc:docMk/>
            <pc:sldMk cId="887077399" sldId="378"/>
            <ac:spMk id="4" creationId="{06DF50EB-57A8-D629-F555-D53E21E5FBA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3" v="2140" actId="2696"/>
        <pc:sldMkLst>
          <pc:docMk/>
          <pc:sldMk cId="2014194296" sldId="379"/>
        </pc:sldMkLst>
        <pc:spChg chg="mod">
          <ac:chgData name="CHUNG, FIONA (PGR)" userId="bd5d4c77-7594-4285-b702-3d140c61ae9d" providerId="ADAL" clId="{494CCF3F-8F84-59D1-90EB-590C829E519F}" dt="2026-06-17T15:07:34.878" v="1255" actId="1076"/>
          <ac:spMkLst>
            <pc:docMk/>
            <pc:sldMk cId="2014194296" sldId="379"/>
            <ac:spMk id="4" creationId="{E64FDFEF-AB79-609B-5101-42DDE00B67B5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7" v="2159" actId="2696"/>
        <pc:sldMkLst>
          <pc:docMk/>
          <pc:sldMk cId="2353195350" sldId="380"/>
        </pc:sldMkLst>
        <pc:spChg chg="mod">
          <ac:chgData name="CHUNG, FIONA (PGR)" userId="bd5d4c77-7594-4285-b702-3d140c61ae9d" providerId="ADAL" clId="{494CCF3F-8F84-59D1-90EB-590C829E519F}" dt="2026-06-17T15:09:09.428" v="1258" actId="1076"/>
          <ac:spMkLst>
            <pc:docMk/>
            <pc:sldMk cId="2353195350" sldId="380"/>
            <ac:spMk id="4" creationId="{51555F7A-6E29-D639-4A65-29076D7AFF5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801" v="2180" actId="2696"/>
        <pc:sldMkLst>
          <pc:docMk/>
          <pc:sldMk cId="3684328429" sldId="381"/>
        </pc:sldMkLst>
        <pc:spChg chg="mod">
          <ac:chgData name="CHUNG, FIONA (PGR)" userId="bd5d4c77-7594-4285-b702-3d140c61ae9d" providerId="ADAL" clId="{494CCF3F-8F84-59D1-90EB-590C829E519F}" dt="2026-06-17T15:09:15.635" v="1261" actId="1076"/>
          <ac:spMkLst>
            <pc:docMk/>
            <pc:sldMk cId="3684328429" sldId="381"/>
            <ac:spMk id="4" creationId="{CAFD3E6A-93D5-4C58-932C-5ACC6DF4F041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1" v="2128" actId="2696"/>
        <pc:sldMkLst>
          <pc:docMk/>
          <pc:sldMk cId="1998026917" sldId="382"/>
        </pc:sldMkLst>
        <pc:spChg chg="mod">
          <ac:chgData name="CHUNG, FIONA (PGR)" userId="bd5d4c77-7594-4285-b702-3d140c61ae9d" providerId="ADAL" clId="{494CCF3F-8F84-59D1-90EB-590C829E519F}" dt="2026-06-17T15:09:21.001" v="1264" actId="1076"/>
          <ac:spMkLst>
            <pc:docMk/>
            <pc:sldMk cId="1998026917" sldId="382"/>
            <ac:spMk id="4" creationId="{23140173-6C0F-3B2D-B430-B1BEC3A76742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0" v="2137" actId="2696"/>
        <pc:sldMkLst>
          <pc:docMk/>
          <pc:sldMk cId="3024618024" sldId="383"/>
        </pc:sldMkLst>
        <pc:spChg chg="mod">
          <ac:chgData name="CHUNG, FIONA (PGR)" userId="bd5d4c77-7594-4285-b702-3d140c61ae9d" providerId="ADAL" clId="{494CCF3F-8F84-59D1-90EB-590C829E519F}" dt="2026-06-17T15:09:26.367" v="1267" actId="1076"/>
          <ac:spMkLst>
            <pc:docMk/>
            <pc:sldMk cId="3024618024" sldId="383"/>
            <ac:spMk id="4" creationId="{0F703E6A-8CCA-E3D5-253E-0049E2F5E31E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6" v="2172" actId="2696"/>
        <pc:sldMkLst>
          <pc:docMk/>
          <pc:sldMk cId="410674584" sldId="384"/>
        </pc:sldMkLst>
        <pc:spChg chg="mod">
          <ac:chgData name="CHUNG, FIONA (PGR)" userId="bd5d4c77-7594-4285-b702-3d140c61ae9d" providerId="ADAL" clId="{494CCF3F-8F84-59D1-90EB-590C829E519F}" dt="2026-06-17T15:09:41.540" v="1287" actId="1076"/>
          <ac:spMkLst>
            <pc:docMk/>
            <pc:sldMk cId="410674584" sldId="384"/>
            <ac:spMk id="4" creationId="{BCCBF625-A549-B106-00CD-49B60080028C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4" v="2116" actId="2696"/>
        <pc:sldMkLst>
          <pc:docMk/>
          <pc:sldMk cId="2245455582" sldId="385"/>
        </pc:sldMkLst>
        <pc:spChg chg="mod">
          <ac:chgData name="CHUNG, FIONA (PGR)" userId="bd5d4c77-7594-4285-b702-3d140c61ae9d" providerId="ADAL" clId="{494CCF3F-8F84-59D1-90EB-590C829E519F}" dt="2026-06-17T15:10:00.140" v="1290" actId="1076"/>
          <ac:spMkLst>
            <pc:docMk/>
            <pc:sldMk cId="2245455582" sldId="385"/>
            <ac:spMk id="4" creationId="{690CD35E-ED23-4C35-DF9E-6B72B79B7C4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26" v="2107" actId="2696"/>
        <pc:sldMkLst>
          <pc:docMk/>
          <pc:sldMk cId="1868717809" sldId="386"/>
        </pc:sldMkLst>
        <pc:spChg chg="mod">
          <ac:chgData name="CHUNG, FIONA (PGR)" userId="bd5d4c77-7594-4285-b702-3d140c61ae9d" providerId="ADAL" clId="{494CCF3F-8F84-59D1-90EB-590C829E519F}" dt="2026-06-17T15:10:07.769" v="1294" actId="1076"/>
          <ac:spMkLst>
            <pc:docMk/>
            <pc:sldMk cId="1868717809" sldId="386"/>
            <ac:spMk id="4" creationId="{BB4A96C2-A310-76A8-ABC6-F4699C44BB60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7" v="2160" actId="2696"/>
        <pc:sldMkLst>
          <pc:docMk/>
          <pc:sldMk cId="3690646012" sldId="387"/>
        </pc:sldMkLst>
        <pc:spChg chg="mod">
          <ac:chgData name="CHUNG, FIONA (PGR)" userId="bd5d4c77-7594-4285-b702-3d140c61ae9d" providerId="ADAL" clId="{494CCF3F-8F84-59D1-90EB-590C829E519F}" dt="2026-06-17T15:10:13.894" v="1297" actId="1076"/>
          <ac:spMkLst>
            <pc:docMk/>
            <pc:sldMk cId="3690646012" sldId="387"/>
            <ac:spMk id="4" creationId="{9A0501CD-AA6D-912D-079E-70C80AE7A612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4" v="2123" actId="2696"/>
        <pc:sldMkLst>
          <pc:docMk/>
          <pc:sldMk cId="2549390992" sldId="388"/>
        </pc:sldMkLst>
        <pc:spChg chg="mod">
          <ac:chgData name="CHUNG, FIONA (PGR)" userId="bd5d4c77-7594-4285-b702-3d140c61ae9d" providerId="ADAL" clId="{494CCF3F-8F84-59D1-90EB-590C829E519F}" dt="2026-06-17T15:11:34.817" v="1317" actId="1076"/>
          <ac:spMkLst>
            <pc:docMk/>
            <pc:sldMk cId="2549390992" sldId="388"/>
            <ac:spMk id="4" creationId="{542CAB2B-DEDD-E6FB-D53D-8AFF84C76D28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5" v="2171" actId="2696"/>
        <pc:sldMkLst>
          <pc:docMk/>
          <pc:sldMk cId="1862291552" sldId="389"/>
        </pc:sldMkLst>
        <pc:spChg chg="mod">
          <ac:chgData name="CHUNG, FIONA (PGR)" userId="bd5d4c77-7594-4285-b702-3d140c61ae9d" providerId="ADAL" clId="{494CCF3F-8F84-59D1-90EB-590C829E519F}" dt="2026-06-17T15:11:43.779" v="1321" actId="1076"/>
          <ac:spMkLst>
            <pc:docMk/>
            <pc:sldMk cId="1862291552" sldId="389"/>
            <ac:spMk id="4" creationId="{572F4D32-34C9-1B29-519D-70DC849BE7A0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4" v="2169" actId="2696"/>
        <pc:sldMkLst>
          <pc:docMk/>
          <pc:sldMk cId="646337653" sldId="390"/>
        </pc:sldMkLst>
        <pc:spChg chg="mod">
          <ac:chgData name="CHUNG, FIONA (PGR)" userId="bd5d4c77-7594-4285-b702-3d140c61ae9d" providerId="ADAL" clId="{494CCF3F-8F84-59D1-90EB-590C829E519F}" dt="2026-06-17T15:11:49.142" v="1324" actId="1076"/>
          <ac:spMkLst>
            <pc:docMk/>
            <pc:sldMk cId="646337653" sldId="390"/>
            <ac:spMk id="4" creationId="{50822185-0C73-DB2F-47BA-FD42616F654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8" v="2126" actId="2696"/>
        <pc:sldMkLst>
          <pc:docMk/>
          <pc:sldMk cId="602251528" sldId="391"/>
        </pc:sldMkLst>
        <pc:spChg chg="mod">
          <ac:chgData name="CHUNG, FIONA (PGR)" userId="bd5d4c77-7594-4285-b702-3d140c61ae9d" providerId="ADAL" clId="{494CCF3F-8F84-59D1-90EB-590C829E519F}" dt="2026-06-17T15:11:55.514" v="1328" actId="1076"/>
          <ac:spMkLst>
            <pc:docMk/>
            <pc:sldMk cId="602251528" sldId="391"/>
            <ac:spMk id="4" creationId="{EEBE1996-E3E2-CBF0-064A-83DD7B4E3AE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4" v="2170" actId="2696"/>
        <pc:sldMkLst>
          <pc:docMk/>
          <pc:sldMk cId="3932091019" sldId="392"/>
        </pc:sldMkLst>
        <pc:spChg chg="mod">
          <ac:chgData name="CHUNG, FIONA (PGR)" userId="bd5d4c77-7594-4285-b702-3d140c61ae9d" providerId="ADAL" clId="{494CCF3F-8F84-59D1-90EB-590C829E519F}" dt="2026-06-17T15:12:05.184" v="1346" actId="1076"/>
          <ac:spMkLst>
            <pc:docMk/>
            <pc:sldMk cId="3932091019" sldId="392"/>
            <ac:spMk id="4" creationId="{E935A126-AB2A-0EFE-1067-7CD890D39063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6" v="2173" actId="2696"/>
        <pc:sldMkLst>
          <pc:docMk/>
          <pc:sldMk cId="3828480629" sldId="393"/>
        </pc:sldMkLst>
        <pc:spChg chg="mod">
          <ac:chgData name="CHUNG, FIONA (PGR)" userId="bd5d4c77-7594-4285-b702-3d140c61ae9d" providerId="ADAL" clId="{494CCF3F-8F84-59D1-90EB-590C829E519F}" dt="2026-06-17T15:12:13.696" v="1353" actId="1076"/>
          <ac:spMkLst>
            <pc:docMk/>
            <pc:sldMk cId="3828480629" sldId="393"/>
            <ac:spMk id="4" creationId="{F0B8B26D-856C-FBDB-F2C5-D828B8C38BF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7" v="2174" actId="2696"/>
        <pc:sldMkLst>
          <pc:docMk/>
          <pc:sldMk cId="9881333" sldId="394"/>
        </pc:sldMkLst>
        <pc:spChg chg="mod">
          <ac:chgData name="CHUNG, FIONA (PGR)" userId="bd5d4c77-7594-4285-b702-3d140c61ae9d" providerId="ADAL" clId="{494CCF3F-8F84-59D1-90EB-590C829E519F}" dt="2026-06-17T15:12:19.854" v="1356" actId="1076"/>
          <ac:spMkLst>
            <pc:docMk/>
            <pc:sldMk cId="9881333" sldId="394"/>
            <ac:spMk id="4" creationId="{3BD62F35-55C1-BF1E-4539-FE756923E6A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0" v="2149" actId="2696"/>
        <pc:sldMkLst>
          <pc:docMk/>
          <pc:sldMk cId="517035275" sldId="395"/>
        </pc:sldMkLst>
        <pc:spChg chg="mod">
          <ac:chgData name="CHUNG, FIONA (PGR)" userId="bd5d4c77-7594-4285-b702-3d140c61ae9d" providerId="ADAL" clId="{494CCF3F-8F84-59D1-90EB-590C829E519F}" dt="2026-06-17T15:12:25.706" v="1359" actId="1076"/>
          <ac:spMkLst>
            <pc:docMk/>
            <pc:sldMk cId="517035275" sldId="395"/>
            <ac:spMk id="4" creationId="{1D06A7B3-CC8A-4C3C-878D-8F1608994B4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0" v="2164" actId="2696"/>
        <pc:sldMkLst>
          <pc:docMk/>
          <pc:sldMk cId="3978966092" sldId="396"/>
        </pc:sldMkLst>
        <pc:spChg chg="mod">
          <ac:chgData name="CHUNG, FIONA (PGR)" userId="bd5d4c77-7594-4285-b702-3d140c61ae9d" providerId="ADAL" clId="{494CCF3F-8F84-59D1-90EB-590C829E519F}" dt="2026-06-17T15:13:56.989" v="1378" actId="1076"/>
          <ac:spMkLst>
            <pc:docMk/>
            <pc:sldMk cId="3978966092" sldId="396"/>
            <ac:spMk id="4" creationId="{9FADE04A-45DE-5B71-9747-7281301725A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3" v="2153" actId="2696"/>
        <pc:sldMkLst>
          <pc:docMk/>
          <pc:sldMk cId="2869228862" sldId="397"/>
        </pc:sldMkLst>
        <pc:spChg chg="mod">
          <ac:chgData name="CHUNG, FIONA (PGR)" userId="bd5d4c77-7594-4285-b702-3d140c61ae9d" providerId="ADAL" clId="{494CCF3F-8F84-59D1-90EB-590C829E519F}" dt="2026-06-17T15:14:06.401" v="1381" actId="1076"/>
          <ac:spMkLst>
            <pc:docMk/>
            <pc:sldMk cId="2869228862" sldId="397"/>
            <ac:spMk id="4" creationId="{AE829BD8-B88B-D58C-2BEF-D4688A210ED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1" v="2151" actId="2696"/>
        <pc:sldMkLst>
          <pc:docMk/>
          <pc:sldMk cId="3693192919" sldId="398"/>
        </pc:sldMkLst>
        <pc:spChg chg="mod">
          <ac:chgData name="CHUNG, FIONA (PGR)" userId="bd5d4c77-7594-4285-b702-3d140c61ae9d" providerId="ADAL" clId="{494CCF3F-8F84-59D1-90EB-590C829E519F}" dt="2026-06-17T15:14:12.231" v="1384" actId="1076"/>
          <ac:spMkLst>
            <pc:docMk/>
            <pc:sldMk cId="3693192919" sldId="398"/>
            <ac:spMk id="4" creationId="{D6BA2518-ED16-2219-39D3-6A5F505E5AA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7" v="2145" actId="2696"/>
        <pc:sldMkLst>
          <pc:docMk/>
          <pc:sldMk cId="994775713" sldId="399"/>
        </pc:sldMkLst>
        <pc:spChg chg="mod">
          <ac:chgData name="CHUNG, FIONA (PGR)" userId="bd5d4c77-7594-4285-b702-3d140c61ae9d" providerId="ADAL" clId="{494CCF3F-8F84-59D1-90EB-590C829E519F}" dt="2026-06-17T15:14:18.565" v="1387" actId="1076"/>
          <ac:spMkLst>
            <pc:docMk/>
            <pc:sldMk cId="994775713" sldId="399"/>
            <ac:spMk id="4" creationId="{015E6E26-8AB9-522E-0BD7-06ED167AD47D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7" v="2175" actId="2696"/>
        <pc:sldMkLst>
          <pc:docMk/>
          <pc:sldMk cId="1389710876" sldId="400"/>
        </pc:sldMkLst>
        <pc:spChg chg="mod">
          <ac:chgData name="CHUNG, FIONA (PGR)" userId="bd5d4c77-7594-4285-b702-3d140c61ae9d" providerId="ADAL" clId="{494CCF3F-8F84-59D1-90EB-590C829E519F}" dt="2026-06-17T15:14:28.296" v="1405" actId="1076"/>
          <ac:spMkLst>
            <pc:docMk/>
            <pc:sldMk cId="1389710876" sldId="400"/>
            <ac:spMk id="4" creationId="{576E1F09-010C-AE29-3CF0-923656E5B2F8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4" v="2155" actId="2696"/>
        <pc:sldMkLst>
          <pc:docMk/>
          <pc:sldMk cId="524424912" sldId="401"/>
        </pc:sldMkLst>
        <pc:spChg chg="mod">
          <ac:chgData name="CHUNG, FIONA (PGR)" userId="bd5d4c77-7594-4285-b702-3d140c61ae9d" providerId="ADAL" clId="{494CCF3F-8F84-59D1-90EB-590C829E519F}" dt="2026-06-17T15:14:39.331" v="1423" actId="1076"/>
          <ac:spMkLst>
            <pc:docMk/>
            <pc:sldMk cId="524424912" sldId="401"/>
            <ac:spMk id="4" creationId="{9AA2B3A4-15C7-B05A-4E5E-E6A05B9A0CF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1" v="2138" actId="2696"/>
        <pc:sldMkLst>
          <pc:docMk/>
          <pc:sldMk cId="2810437606" sldId="402"/>
        </pc:sldMkLst>
        <pc:spChg chg="mod">
          <ac:chgData name="CHUNG, FIONA (PGR)" userId="bd5d4c77-7594-4285-b702-3d140c61ae9d" providerId="ADAL" clId="{494CCF3F-8F84-59D1-90EB-590C829E519F}" dt="2026-06-17T15:14:44.269" v="1426" actId="1076"/>
          <ac:spMkLst>
            <pc:docMk/>
            <pc:sldMk cId="2810437606" sldId="402"/>
            <ac:spMk id="4" creationId="{0500F5EE-8B66-6302-B798-3F4B8BACA07B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6" v="2144" actId="2696"/>
        <pc:sldMkLst>
          <pc:docMk/>
          <pc:sldMk cId="1121549520" sldId="403"/>
        </pc:sldMkLst>
        <pc:spChg chg="mod">
          <ac:chgData name="CHUNG, FIONA (PGR)" userId="bd5d4c77-7594-4285-b702-3d140c61ae9d" providerId="ADAL" clId="{494CCF3F-8F84-59D1-90EB-590C829E519F}" dt="2026-06-17T15:14:51.876" v="1429" actId="1076"/>
          <ac:spMkLst>
            <pc:docMk/>
            <pc:sldMk cId="1121549520" sldId="403"/>
            <ac:spMk id="4" creationId="{E4D82AEC-AE3C-5710-3A54-7DCC9A737B96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3" v="2130" actId="2696"/>
        <pc:sldMkLst>
          <pc:docMk/>
          <pc:sldMk cId="580124317" sldId="404"/>
        </pc:sldMkLst>
        <pc:spChg chg="mod">
          <ac:chgData name="CHUNG, FIONA (PGR)" userId="bd5d4c77-7594-4285-b702-3d140c61ae9d" providerId="ADAL" clId="{494CCF3F-8F84-59D1-90EB-590C829E519F}" dt="2026-06-17T15:17:10.100" v="1450" actId="21"/>
          <ac:spMkLst>
            <pc:docMk/>
            <pc:sldMk cId="580124317" sldId="404"/>
            <ac:spMk id="4" creationId="{646EA357-2858-1919-E393-139504571A8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8" v="2161" actId="2696"/>
        <pc:sldMkLst>
          <pc:docMk/>
          <pc:sldMk cId="619356446" sldId="405"/>
        </pc:sldMkLst>
        <pc:spChg chg="mod">
          <ac:chgData name="CHUNG, FIONA (PGR)" userId="bd5d4c77-7594-4285-b702-3d140c61ae9d" providerId="ADAL" clId="{494CCF3F-8F84-59D1-90EB-590C829E519F}" dt="2026-06-17T15:17:19.560" v="1454" actId="1076"/>
          <ac:spMkLst>
            <pc:docMk/>
            <pc:sldMk cId="619356446" sldId="405"/>
            <ac:spMk id="4" creationId="{F89A3829-D576-40FD-2DD8-63D8B9D2368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1" v="2150" actId="2696"/>
        <pc:sldMkLst>
          <pc:docMk/>
          <pc:sldMk cId="797643218" sldId="406"/>
        </pc:sldMkLst>
        <pc:spChg chg="mod">
          <ac:chgData name="CHUNG, FIONA (PGR)" userId="bd5d4c77-7594-4285-b702-3d140c61ae9d" providerId="ADAL" clId="{494CCF3F-8F84-59D1-90EB-590C829E519F}" dt="2026-06-17T15:17:25.518" v="1457" actId="1076"/>
          <ac:spMkLst>
            <pc:docMk/>
            <pc:sldMk cId="797643218" sldId="406"/>
            <ac:spMk id="4" creationId="{D2EC00FD-2B22-9823-7E42-B6B5D4F8BDA8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20" v="2104" actId="2696"/>
        <pc:sldMkLst>
          <pc:docMk/>
          <pc:sldMk cId="1088708944" sldId="407"/>
        </pc:sldMkLst>
        <pc:spChg chg="mod">
          <ac:chgData name="CHUNG, FIONA (PGR)" userId="bd5d4c77-7594-4285-b702-3d140c61ae9d" providerId="ADAL" clId="{494CCF3F-8F84-59D1-90EB-590C829E519F}" dt="2026-06-17T15:17:34.651" v="1462" actId="1076"/>
          <ac:spMkLst>
            <pc:docMk/>
            <pc:sldMk cId="1088708944" sldId="407"/>
            <ac:spMk id="4" creationId="{A5667D1B-AD31-E250-F647-E97B977EF2E2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2" v="2152" actId="2696"/>
        <pc:sldMkLst>
          <pc:docMk/>
          <pc:sldMk cId="4027310741" sldId="408"/>
        </pc:sldMkLst>
        <pc:spChg chg="mod">
          <ac:chgData name="CHUNG, FIONA (PGR)" userId="bd5d4c77-7594-4285-b702-3d140c61ae9d" providerId="ADAL" clId="{494CCF3F-8F84-59D1-90EB-590C829E519F}" dt="2026-06-17T15:17:43.433" v="1480" actId="1076"/>
          <ac:spMkLst>
            <pc:docMk/>
            <pc:sldMk cId="4027310741" sldId="408"/>
            <ac:spMk id="4" creationId="{6534276A-00D2-F0FC-E3F7-4987E2BF23E0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57" v="2125" actId="2696"/>
        <pc:sldMkLst>
          <pc:docMk/>
          <pc:sldMk cId="2617995614" sldId="409"/>
        </pc:sldMkLst>
        <pc:spChg chg="mod">
          <ac:chgData name="CHUNG, FIONA (PGR)" userId="bd5d4c77-7594-4285-b702-3d140c61ae9d" providerId="ADAL" clId="{494CCF3F-8F84-59D1-90EB-590C829E519F}" dt="2026-06-17T15:17:51.754" v="1483" actId="1076"/>
          <ac:spMkLst>
            <pc:docMk/>
            <pc:sldMk cId="2617995614" sldId="409"/>
            <ac:spMk id="4" creationId="{11C23280-99B6-FCC1-91AA-053448D710EF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9" v="2162" actId="2696"/>
        <pc:sldMkLst>
          <pc:docMk/>
          <pc:sldMk cId="3464279321" sldId="410"/>
        </pc:sldMkLst>
        <pc:spChg chg="mod">
          <ac:chgData name="CHUNG, FIONA (PGR)" userId="bd5d4c77-7594-4285-b702-3d140c61ae9d" providerId="ADAL" clId="{494CCF3F-8F84-59D1-90EB-590C829E519F}" dt="2026-06-17T15:17:57.470" v="1486" actId="1076"/>
          <ac:spMkLst>
            <pc:docMk/>
            <pc:sldMk cId="3464279321" sldId="410"/>
            <ac:spMk id="4" creationId="{4C92655B-EBB5-C4BC-7578-9CD533536F46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9" v="2178" actId="2696"/>
        <pc:sldMkLst>
          <pc:docMk/>
          <pc:sldMk cId="256174422" sldId="411"/>
        </pc:sldMkLst>
        <pc:spChg chg="mod">
          <ac:chgData name="CHUNG, FIONA (PGR)" userId="bd5d4c77-7594-4285-b702-3d140c61ae9d" providerId="ADAL" clId="{494CCF3F-8F84-59D1-90EB-590C829E519F}" dt="2026-06-17T15:18:03.224" v="1489" actId="1076"/>
          <ac:spMkLst>
            <pc:docMk/>
            <pc:sldMk cId="256174422" sldId="411"/>
            <ac:spMk id="4" creationId="{DFE49ACA-D8E9-5E2C-353B-100DB514B5CA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43" v="2115" actId="2696"/>
        <pc:sldMkLst>
          <pc:docMk/>
          <pc:sldMk cId="137278032" sldId="412"/>
        </pc:sldMkLst>
        <pc:spChg chg="mod">
          <ac:chgData name="CHUNG, FIONA (PGR)" userId="bd5d4c77-7594-4285-b702-3d140c61ae9d" providerId="ADAL" clId="{494CCF3F-8F84-59D1-90EB-590C829E519F}" dt="2026-06-17T15:19:18.265" v="1509" actId="1076"/>
          <ac:spMkLst>
            <pc:docMk/>
            <pc:sldMk cId="137278032" sldId="412"/>
            <ac:spMk id="4" creationId="{D0CF5834-F5B2-9601-4CAE-40B2D2A3A495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9" v="2177" actId="2696"/>
        <pc:sldMkLst>
          <pc:docMk/>
          <pc:sldMk cId="1007736256" sldId="413"/>
        </pc:sldMkLst>
        <pc:spChg chg="mod">
          <ac:chgData name="CHUNG, FIONA (PGR)" userId="bd5d4c77-7594-4285-b702-3d140c61ae9d" providerId="ADAL" clId="{494CCF3F-8F84-59D1-90EB-590C829E519F}" dt="2026-06-17T15:19:25.850" v="1512" actId="1076"/>
          <ac:spMkLst>
            <pc:docMk/>
            <pc:sldMk cId="1007736256" sldId="413"/>
            <ac:spMk id="4" creationId="{AADFF7F4-7422-C7D3-8848-0ED9692F548D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98" v="2176" actId="2696"/>
        <pc:sldMkLst>
          <pc:docMk/>
          <pc:sldMk cId="4151025612" sldId="414"/>
        </pc:sldMkLst>
        <pc:spChg chg="mod">
          <ac:chgData name="CHUNG, FIONA (PGR)" userId="bd5d4c77-7594-4285-b702-3d140c61ae9d" providerId="ADAL" clId="{494CCF3F-8F84-59D1-90EB-590C829E519F}" dt="2026-06-17T15:19:31.715" v="1515" actId="1076"/>
          <ac:spMkLst>
            <pc:docMk/>
            <pc:sldMk cId="4151025612" sldId="414"/>
            <ac:spMk id="4" creationId="{0A97EF7A-7EC3-1A09-A043-E721EDD1EA5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3" v="2141" actId="2696"/>
        <pc:sldMkLst>
          <pc:docMk/>
          <pc:sldMk cId="632574594" sldId="415"/>
        </pc:sldMkLst>
        <pc:spChg chg="mod">
          <ac:chgData name="CHUNG, FIONA (PGR)" userId="bd5d4c77-7594-4285-b702-3d140c61ae9d" providerId="ADAL" clId="{494CCF3F-8F84-59D1-90EB-590C829E519F}" dt="2026-06-17T15:19:37.234" v="1518" actId="1076"/>
          <ac:spMkLst>
            <pc:docMk/>
            <pc:sldMk cId="632574594" sldId="415"/>
            <ac:spMk id="4" creationId="{9052C264-2858-48B1-F25B-40987CF5EFAC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6" v="2133" actId="2696"/>
        <pc:sldMkLst>
          <pc:docMk/>
          <pc:sldMk cId="4215796848" sldId="416"/>
        </pc:sldMkLst>
        <pc:spChg chg="mod">
          <ac:chgData name="CHUNG, FIONA (PGR)" userId="bd5d4c77-7594-4285-b702-3d140c61ae9d" providerId="ADAL" clId="{494CCF3F-8F84-59D1-90EB-590C829E519F}" dt="2026-06-17T15:19:45.152" v="1549" actId="14100"/>
          <ac:spMkLst>
            <pc:docMk/>
            <pc:sldMk cId="4215796848" sldId="416"/>
            <ac:spMk id="4" creationId="{17CF7170-03DA-C7C5-1EBA-64A7BE060F54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85" v="2156" actId="2696"/>
        <pc:sldMkLst>
          <pc:docMk/>
          <pc:sldMk cId="2942338711" sldId="417"/>
        </pc:sldMkLst>
        <pc:spChg chg="mod">
          <ac:chgData name="CHUNG, FIONA (PGR)" userId="bd5d4c77-7594-4285-b702-3d140c61ae9d" providerId="ADAL" clId="{494CCF3F-8F84-59D1-90EB-590C829E519F}" dt="2026-06-17T15:19:52.889" v="1552" actId="1076"/>
          <ac:spMkLst>
            <pc:docMk/>
            <pc:sldMk cId="2942338711" sldId="417"/>
            <ac:spMk id="4" creationId="{CF6D015F-DD80-3AE7-5597-646AAD81BBF7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74" v="2142" actId="2696"/>
        <pc:sldMkLst>
          <pc:docMk/>
          <pc:sldMk cId="4223811687" sldId="418"/>
        </pc:sldMkLst>
        <pc:spChg chg="mod">
          <ac:chgData name="CHUNG, FIONA (PGR)" userId="bd5d4c77-7594-4285-b702-3d140c61ae9d" providerId="ADAL" clId="{494CCF3F-8F84-59D1-90EB-590C829E519F}" dt="2026-06-17T15:19:58.434" v="1555" actId="1076"/>
          <ac:spMkLst>
            <pc:docMk/>
            <pc:sldMk cId="4223811687" sldId="418"/>
            <ac:spMk id="4" creationId="{851F9D76-59B8-B358-67CE-48ADD1ED49A9}"/>
          </ac:spMkLst>
        </pc:spChg>
      </pc:sldChg>
      <pc:sldChg chg="modSp add del mod replId">
        <pc:chgData name="CHUNG, FIONA (PGR)" userId="bd5d4c77-7594-4285-b702-3d140c61ae9d" providerId="ADAL" clId="{494CCF3F-8F84-59D1-90EB-590C829E519F}" dt="2026-06-18T17:46:43.767" v="2134" actId="2696"/>
        <pc:sldMkLst>
          <pc:docMk/>
          <pc:sldMk cId="2542212288" sldId="419"/>
        </pc:sldMkLst>
        <pc:spChg chg="mod">
          <ac:chgData name="CHUNG, FIONA (PGR)" userId="bd5d4c77-7594-4285-b702-3d140c61ae9d" providerId="ADAL" clId="{494CCF3F-8F84-59D1-90EB-590C829E519F}" dt="2026-06-17T15:20:04.011" v="1558" actId="1076"/>
          <ac:spMkLst>
            <pc:docMk/>
            <pc:sldMk cId="2542212288" sldId="419"/>
            <ac:spMk id="4" creationId="{EB1B84B4-3FA0-F62B-730E-DF072CEDF860}"/>
          </ac:spMkLst>
        </pc:spChg>
      </pc:sldChg>
      <pc:sldChg chg="modSp add mod modNotesTx">
        <pc:chgData name="CHUNG, FIONA (PGR)" userId="bd5d4c77-7594-4285-b702-3d140c61ae9d" providerId="ADAL" clId="{494CCF3F-8F84-59D1-90EB-590C829E519F}" dt="2026-06-18T17:26:25.724" v="1628" actId="20577"/>
        <pc:sldMkLst>
          <pc:docMk/>
          <pc:sldMk cId="2093656415" sldId="420"/>
        </pc:sldMkLst>
        <pc:spChg chg="mod">
          <ac:chgData name="CHUNG, FIONA (PGR)" userId="bd5d4c77-7594-4285-b702-3d140c61ae9d" providerId="ADAL" clId="{494CCF3F-8F84-59D1-90EB-590C829E519F}" dt="2026-06-18T17:26:03.156" v="1611" actId="20577"/>
          <ac:spMkLst>
            <pc:docMk/>
            <pc:sldMk cId="2093656415" sldId="420"/>
            <ac:spMk id="2" creationId="{5D2751A1-68B4-5D42-B4E4-B898CD1797AE}"/>
          </ac:spMkLst>
        </pc:spChg>
      </pc:sldChg>
      <pc:sldChg chg="modSp add mod modNotesTx">
        <pc:chgData name="CHUNG, FIONA (PGR)" userId="bd5d4c77-7594-4285-b702-3d140c61ae9d" providerId="ADAL" clId="{494CCF3F-8F84-59D1-90EB-590C829E519F}" dt="2026-06-18T17:26:22.774" v="1625" actId="20577"/>
        <pc:sldMkLst>
          <pc:docMk/>
          <pc:sldMk cId="3639370462" sldId="421"/>
        </pc:sldMkLst>
        <pc:spChg chg="mod">
          <ac:chgData name="CHUNG, FIONA (PGR)" userId="bd5d4c77-7594-4285-b702-3d140c61ae9d" providerId="ADAL" clId="{494CCF3F-8F84-59D1-90EB-590C829E519F}" dt="2026-06-18T17:26:08.689" v="1615" actId="20577"/>
          <ac:spMkLst>
            <pc:docMk/>
            <pc:sldMk cId="3639370462" sldId="421"/>
            <ac:spMk id="2" creationId="{CF02152A-7167-4C4F-C9E5-617DBB017C3B}"/>
          </ac:spMkLst>
        </pc:spChg>
      </pc:sldChg>
      <pc:sldChg chg="modSp add mod modNotesTx">
        <pc:chgData name="CHUNG, FIONA (PGR)" userId="bd5d4c77-7594-4285-b702-3d140c61ae9d" providerId="ADAL" clId="{494CCF3F-8F84-59D1-90EB-590C829E519F}" dt="2026-06-18T17:26:20.653" v="1622" actId="20577"/>
        <pc:sldMkLst>
          <pc:docMk/>
          <pc:sldMk cId="284868218" sldId="422"/>
        </pc:sldMkLst>
        <pc:spChg chg="mod">
          <ac:chgData name="CHUNG, FIONA (PGR)" userId="bd5d4c77-7594-4285-b702-3d140c61ae9d" providerId="ADAL" clId="{494CCF3F-8F84-59D1-90EB-590C829E519F}" dt="2026-06-18T17:26:15.146" v="1619" actId="20577"/>
          <ac:spMkLst>
            <pc:docMk/>
            <pc:sldMk cId="284868218" sldId="422"/>
            <ac:spMk id="2" creationId="{B44B4085-8F96-D4DF-52A5-66AD9E2DC150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7:23.403" v="1644" actId="20577"/>
        <pc:sldMkLst>
          <pc:docMk/>
          <pc:sldMk cId="2155137887" sldId="423"/>
        </pc:sldMkLst>
        <pc:spChg chg="mod">
          <ac:chgData name="CHUNG, FIONA (PGR)" userId="bd5d4c77-7594-4285-b702-3d140c61ae9d" providerId="ADAL" clId="{494CCF3F-8F84-59D1-90EB-590C829E519F}" dt="2026-06-18T17:27:23.403" v="1644" actId="20577"/>
          <ac:spMkLst>
            <pc:docMk/>
            <pc:sldMk cId="2155137887" sldId="423"/>
            <ac:spMk id="4" creationId="{89C58073-837C-FA9F-E79C-350E279C9BE2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7:31.036" v="1650" actId="20577"/>
        <pc:sldMkLst>
          <pc:docMk/>
          <pc:sldMk cId="459162567" sldId="424"/>
        </pc:sldMkLst>
        <pc:spChg chg="mod">
          <ac:chgData name="CHUNG, FIONA (PGR)" userId="bd5d4c77-7594-4285-b702-3d140c61ae9d" providerId="ADAL" clId="{494CCF3F-8F84-59D1-90EB-590C829E519F}" dt="2026-06-18T17:27:31.036" v="1650" actId="20577"/>
          <ac:spMkLst>
            <pc:docMk/>
            <pc:sldMk cId="459162567" sldId="424"/>
            <ac:spMk id="4" creationId="{0BE77019-D4CE-5006-0B07-5CA8B6293F68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7:33.988" v="1652" actId="20577"/>
        <pc:sldMkLst>
          <pc:docMk/>
          <pc:sldMk cId="1751795410" sldId="425"/>
        </pc:sldMkLst>
        <pc:spChg chg="mod">
          <ac:chgData name="CHUNG, FIONA (PGR)" userId="bd5d4c77-7594-4285-b702-3d140c61ae9d" providerId="ADAL" clId="{494CCF3F-8F84-59D1-90EB-590C829E519F}" dt="2026-06-18T17:27:33.988" v="1652" actId="20577"/>
          <ac:spMkLst>
            <pc:docMk/>
            <pc:sldMk cId="1751795410" sldId="425"/>
            <ac:spMk id="4" creationId="{61A6CF58-40E3-08D4-7D3A-4A7A94FCAB36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8:24.942" v="1673" actId="20577"/>
        <pc:sldMkLst>
          <pc:docMk/>
          <pc:sldMk cId="1740696365" sldId="426"/>
        </pc:sldMkLst>
        <pc:spChg chg="mod">
          <ac:chgData name="CHUNG, FIONA (PGR)" userId="bd5d4c77-7594-4285-b702-3d140c61ae9d" providerId="ADAL" clId="{494CCF3F-8F84-59D1-90EB-590C829E519F}" dt="2026-06-18T17:28:24.942" v="1673" actId="20577"/>
          <ac:spMkLst>
            <pc:docMk/>
            <pc:sldMk cId="1740696365" sldId="426"/>
            <ac:spMk id="4" creationId="{5A2BBF5D-C502-C2F0-AD3E-FC1A6C3C8EB4}"/>
          </ac:spMkLst>
        </pc:spChg>
      </pc:sldChg>
      <pc:sldChg chg="add del">
        <pc:chgData name="CHUNG, FIONA (PGR)" userId="bd5d4c77-7594-4285-b702-3d140c61ae9d" providerId="ADAL" clId="{494CCF3F-8F84-59D1-90EB-590C829E519F}" dt="2026-06-18T17:28:16.652" v="1666" actId="2696"/>
        <pc:sldMkLst>
          <pc:docMk/>
          <pc:sldMk cId="3998112545" sldId="426"/>
        </pc:sldMkLst>
      </pc:sldChg>
      <pc:sldChg chg="modSp add mod">
        <pc:chgData name="CHUNG, FIONA (PGR)" userId="bd5d4c77-7594-4285-b702-3d140c61ae9d" providerId="ADAL" clId="{494CCF3F-8F84-59D1-90EB-590C829E519F}" dt="2026-06-18T17:28:27.901" v="1675" actId="20577"/>
        <pc:sldMkLst>
          <pc:docMk/>
          <pc:sldMk cId="3034382340" sldId="427"/>
        </pc:sldMkLst>
        <pc:spChg chg="mod">
          <ac:chgData name="CHUNG, FIONA (PGR)" userId="bd5d4c77-7594-4285-b702-3d140c61ae9d" providerId="ADAL" clId="{494CCF3F-8F84-59D1-90EB-590C829E519F}" dt="2026-06-18T17:28:27.901" v="1675" actId="20577"/>
          <ac:spMkLst>
            <pc:docMk/>
            <pc:sldMk cId="3034382340" sldId="427"/>
            <ac:spMk id="4" creationId="{0D9C457B-07D9-E1F3-D187-3F0DB18C16AF}"/>
          </ac:spMkLst>
        </pc:spChg>
      </pc:sldChg>
      <pc:sldChg chg="add del">
        <pc:chgData name="CHUNG, FIONA (PGR)" userId="bd5d4c77-7594-4285-b702-3d140c61ae9d" providerId="ADAL" clId="{494CCF3F-8F84-59D1-90EB-590C829E519F}" dt="2026-06-18T17:28:16.650" v="1665" actId="2696"/>
        <pc:sldMkLst>
          <pc:docMk/>
          <pc:sldMk cId="3443061865" sldId="427"/>
        </pc:sldMkLst>
      </pc:sldChg>
      <pc:sldChg chg="add del">
        <pc:chgData name="CHUNG, FIONA (PGR)" userId="bd5d4c77-7594-4285-b702-3d140c61ae9d" providerId="ADAL" clId="{494CCF3F-8F84-59D1-90EB-590C829E519F}" dt="2026-06-18T17:28:16.647" v="1664" actId="2696"/>
        <pc:sldMkLst>
          <pc:docMk/>
          <pc:sldMk cId="2784623919" sldId="428"/>
        </pc:sldMkLst>
      </pc:sldChg>
      <pc:sldChg chg="modSp add mod">
        <pc:chgData name="CHUNG, FIONA (PGR)" userId="bd5d4c77-7594-4285-b702-3d140c61ae9d" providerId="ADAL" clId="{494CCF3F-8F84-59D1-90EB-590C829E519F}" dt="2026-06-18T17:28:30.973" v="1677" actId="20577"/>
        <pc:sldMkLst>
          <pc:docMk/>
          <pc:sldMk cId="3100819290" sldId="428"/>
        </pc:sldMkLst>
        <pc:spChg chg="mod">
          <ac:chgData name="CHUNG, FIONA (PGR)" userId="bd5d4c77-7594-4285-b702-3d140c61ae9d" providerId="ADAL" clId="{494CCF3F-8F84-59D1-90EB-590C829E519F}" dt="2026-06-18T17:28:30.973" v="1677" actId="20577"/>
          <ac:spMkLst>
            <pc:docMk/>
            <pc:sldMk cId="3100819290" sldId="428"/>
            <ac:spMk id="4" creationId="{EA2DCD1C-47B1-8F8A-CDCA-9CDC89F59FF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8:58.133" v="1692" actId="20577"/>
        <pc:sldMkLst>
          <pc:docMk/>
          <pc:sldMk cId="702872604" sldId="429"/>
        </pc:sldMkLst>
        <pc:spChg chg="mod">
          <ac:chgData name="CHUNG, FIONA (PGR)" userId="bd5d4c77-7594-4285-b702-3d140c61ae9d" providerId="ADAL" clId="{494CCF3F-8F84-59D1-90EB-590C829E519F}" dt="2026-06-18T17:28:58.133" v="1692" actId="20577"/>
          <ac:spMkLst>
            <pc:docMk/>
            <pc:sldMk cId="702872604" sldId="429"/>
            <ac:spMk id="4" creationId="{E0F08C82-487C-10E7-9B97-E2DF8CDF609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9:27.442" v="1706" actId="1076"/>
        <pc:sldMkLst>
          <pc:docMk/>
          <pc:sldMk cId="802312862" sldId="430"/>
        </pc:sldMkLst>
        <pc:spChg chg="mod">
          <ac:chgData name="CHUNG, FIONA (PGR)" userId="bd5d4c77-7594-4285-b702-3d140c61ae9d" providerId="ADAL" clId="{494CCF3F-8F84-59D1-90EB-590C829E519F}" dt="2026-06-18T17:29:27.442" v="1706" actId="1076"/>
          <ac:spMkLst>
            <pc:docMk/>
            <pc:sldMk cId="802312862" sldId="430"/>
            <ac:spMk id="4" creationId="{FFB8C79C-5F66-D06B-0019-9640A104960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29:34.618" v="1708" actId="20577"/>
        <pc:sldMkLst>
          <pc:docMk/>
          <pc:sldMk cId="2567893216" sldId="431"/>
        </pc:sldMkLst>
        <pc:spChg chg="mod">
          <ac:chgData name="CHUNG, FIONA (PGR)" userId="bd5d4c77-7594-4285-b702-3d140c61ae9d" providerId="ADAL" clId="{494CCF3F-8F84-59D1-90EB-590C829E519F}" dt="2026-06-18T17:29:34.618" v="1708" actId="20577"/>
          <ac:spMkLst>
            <pc:docMk/>
            <pc:sldMk cId="2567893216" sldId="431"/>
            <ac:spMk id="4" creationId="{C9812F9C-2BFE-0630-777C-64B26F3FC66B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4:26.979" v="1733" actId="20577"/>
        <pc:sldMkLst>
          <pc:docMk/>
          <pc:sldMk cId="3395852222" sldId="432"/>
        </pc:sldMkLst>
        <pc:spChg chg="mod">
          <ac:chgData name="CHUNG, FIONA (PGR)" userId="bd5d4c77-7594-4285-b702-3d140c61ae9d" providerId="ADAL" clId="{494CCF3F-8F84-59D1-90EB-590C829E519F}" dt="2026-06-18T17:34:26.979" v="1733" actId="20577"/>
          <ac:spMkLst>
            <pc:docMk/>
            <pc:sldMk cId="3395852222" sldId="432"/>
            <ac:spMk id="4" creationId="{60CAE5AB-9F04-C773-65D7-63445D6078F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4:29.660" v="1735" actId="20577"/>
        <pc:sldMkLst>
          <pc:docMk/>
          <pc:sldMk cId="1086220881" sldId="433"/>
        </pc:sldMkLst>
        <pc:spChg chg="mod">
          <ac:chgData name="CHUNG, FIONA (PGR)" userId="bd5d4c77-7594-4285-b702-3d140c61ae9d" providerId="ADAL" clId="{494CCF3F-8F84-59D1-90EB-590C829E519F}" dt="2026-06-18T17:34:29.660" v="1735" actId="20577"/>
          <ac:spMkLst>
            <pc:docMk/>
            <pc:sldMk cId="1086220881" sldId="433"/>
            <ac:spMk id="4" creationId="{72AA6D30-C8BC-49EA-0120-47ECC92E710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4:33.701" v="1737" actId="20577"/>
        <pc:sldMkLst>
          <pc:docMk/>
          <pc:sldMk cId="3851139117" sldId="434"/>
        </pc:sldMkLst>
        <pc:spChg chg="mod">
          <ac:chgData name="CHUNG, FIONA (PGR)" userId="bd5d4c77-7594-4285-b702-3d140c61ae9d" providerId="ADAL" clId="{494CCF3F-8F84-59D1-90EB-590C829E519F}" dt="2026-06-18T17:34:33.701" v="1737" actId="20577"/>
          <ac:spMkLst>
            <pc:docMk/>
            <pc:sldMk cId="3851139117" sldId="434"/>
            <ac:spMk id="4" creationId="{B2120041-E5DC-D3C8-8EF0-2790A8C08C7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5:16.209" v="1752" actId="20577"/>
        <pc:sldMkLst>
          <pc:docMk/>
          <pc:sldMk cId="3396581335" sldId="435"/>
        </pc:sldMkLst>
        <pc:spChg chg="mod">
          <ac:chgData name="CHUNG, FIONA (PGR)" userId="bd5d4c77-7594-4285-b702-3d140c61ae9d" providerId="ADAL" clId="{494CCF3F-8F84-59D1-90EB-590C829E519F}" dt="2026-06-18T17:35:16.209" v="1752" actId="20577"/>
          <ac:spMkLst>
            <pc:docMk/>
            <pc:sldMk cId="3396581335" sldId="435"/>
            <ac:spMk id="4" creationId="{B6EE74AE-237F-857A-5CA1-01EEF7A0D88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5:18.763" v="1754" actId="20577"/>
        <pc:sldMkLst>
          <pc:docMk/>
          <pc:sldMk cId="3288000663" sldId="436"/>
        </pc:sldMkLst>
        <pc:spChg chg="mod">
          <ac:chgData name="CHUNG, FIONA (PGR)" userId="bd5d4c77-7594-4285-b702-3d140c61ae9d" providerId="ADAL" clId="{494CCF3F-8F84-59D1-90EB-590C829E519F}" dt="2026-06-18T17:35:18.763" v="1754" actId="20577"/>
          <ac:spMkLst>
            <pc:docMk/>
            <pc:sldMk cId="3288000663" sldId="436"/>
            <ac:spMk id="4" creationId="{68D8524F-0A90-4B3B-DC66-47D2F9E35BE5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5:20.867" v="1756" actId="20577"/>
        <pc:sldMkLst>
          <pc:docMk/>
          <pc:sldMk cId="2116084521" sldId="437"/>
        </pc:sldMkLst>
        <pc:spChg chg="mod">
          <ac:chgData name="CHUNG, FIONA (PGR)" userId="bd5d4c77-7594-4285-b702-3d140c61ae9d" providerId="ADAL" clId="{494CCF3F-8F84-59D1-90EB-590C829E519F}" dt="2026-06-18T17:35:20.867" v="1756" actId="20577"/>
          <ac:spMkLst>
            <pc:docMk/>
            <pc:sldMk cId="2116084521" sldId="437"/>
            <ac:spMk id="4" creationId="{9D31F897-9781-5BD9-E535-5C464165A838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5:56.942" v="1778" actId="20577"/>
        <pc:sldMkLst>
          <pc:docMk/>
          <pc:sldMk cId="3190800427" sldId="438"/>
        </pc:sldMkLst>
        <pc:spChg chg="mod">
          <ac:chgData name="CHUNG, FIONA (PGR)" userId="bd5d4c77-7594-4285-b702-3d140c61ae9d" providerId="ADAL" clId="{494CCF3F-8F84-59D1-90EB-590C829E519F}" dt="2026-06-18T17:35:56.942" v="1778" actId="20577"/>
          <ac:spMkLst>
            <pc:docMk/>
            <pc:sldMk cId="3190800427" sldId="438"/>
            <ac:spMk id="4" creationId="{658E4283-CE05-2BC3-DF7D-7B2D9ADB68D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6:00.274" v="1780" actId="20577"/>
        <pc:sldMkLst>
          <pc:docMk/>
          <pc:sldMk cId="1089924258" sldId="439"/>
        </pc:sldMkLst>
        <pc:spChg chg="mod">
          <ac:chgData name="CHUNG, FIONA (PGR)" userId="bd5d4c77-7594-4285-b702-3d140c61ae9d" providerId="ADAL" clId="{494CCF3F-8F84-59D1-90EB-590C829E519F}" dt="2026-06-18T17:36:00.274" v="1780" actId="20577"/>
          <ac:spMkLst>
            <pc:docMk/>
            <pc:sldMk cId="1089924258" sldId="439"/>
            <ac:spMk id="4" creationId="{6959C357-F96A-8FF9-61CE-717D649AA354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6:03.266" v="1782" actId="20577"/>
        <pc:sldMkLst>
          <pc:docMk/>
          <pc:sldMk cId="1214058680" sldId="440"/>
        </pc:sldMkLst>
        <pc:spChg chg="mod">
          <ac:chgData name="CHUNG, FIONA (PGR)" userId="bd5d4c77-7594-4285-b702-3d140c61ae9d" providerId="ADAL" clId="{494CCF3F-8F84-59D1-90EB-590C829E519F}" dt="2026-06-18T17:36:03.266" v="1782" actId="20577"/>
          <ac:spMkLst>
            <pc:docMk/>
            <pc:sldMk cId="1214058680" sldId="440"/>
            <ac:spMk id="4" creationId="{FB4307A3-89EB-6A37-4531-8415DAD7FE05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7:49.417" v="1793" actId="20577"/>
        <pc:sldMkLst>
          <pc:docMk/>
          <pc:sldMk cId="2628386187" sldId="441"/>
        </pc:sldMkLst>
        <pc:spChg chg="mod">
          <ac:chgData name="CHUNG, FIONA (PGR)" userId="bd5d4c77-7594-4285-b702-3d140c61ae9d" providerId="ADAL" clId="{494CCF3F-8F84-59D1-90EB-590C829E519F}" dt="2026-06-18T17:37:49.417" v="1793" actId="20577"/>
          <ac:spMkLst>
            <pc:docMk/>
            <pc:sldMk cId="2628386187" sldId="441"/>
            <ac:spMk id="4" creationId="{E30A0228-0067-A003-7F26-C146DB6E3FD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7:51.257" v="1795" actId="20577"/>
        <pc:sldMkLst>
          <pc:docMk/>
          <pc:sldMk cId="438901737" sldId="442"/>
        </pc:sldMkLst>
        <pc:spChg chg="mod">
          <ac:chgData name="CHUNG, FIONA (PGR)" userId="bd5d4c77-7594-4285-b702-3d140c61ae9d" providerId="ADAL" clId="{494CCF3F-8F84-59D1-90EB-590C829E519F}" dt="2026-06-18T17:37:51.257" v="1795" actId="20577"/>
          <ac:spMkLst>
            <pc:docMk/>
            <pc:sldMk cId="438901737" sldId="442"/>
            <ac:spMk id="4" creationId="{B0F1185A-4D9D-8F0D-1CC7-9E1FE789B1D8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8:05.982" v="1809" actId="120"/>
        <pc:sldMkLst>
          <pc:docMk/>
          <pc:sldMk cId="3856110093" sldId="443"/>
        </pc:sldMkLst>
        <pc:spChg chg="mod">
          <ac:chgData name="CHUNG, FIONA (PGR)" userId="bd5d4c77-7594-4285-b702-3d140c61ae9d" providerId="ADAL" clId="{494CCF3F-8F84-59D1-90EB-590C829E519F}" dt="2026-06-18T17:38:05.982" v="1809" actId="120"/>
          <ac:spMkLst>
            <pc:docMk/>
            <pc:sldMk cId="3856110093" sldId="443"/>
            <ac:spMk id="4" creationId="{52294927-6CFC-6118-E518-368C08810E3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8:27.387" v="1823" actId="20577"/>
        <pc:sldMkLst>
          <pc:docMk/>
          <pc:sldMk cId="1865085069" sldId="444"/>
        </pc:sldMkLst>
        <pc:spChg chg="mod">
          <ac:chgData name="CHUNG, FIONA (PGR)" userId="bd5d4c77-7594-4285-b702-3d140c61ae9d" providerId="ADAL" clId="{494CCF3F-8F84-59D1-90EB-590C829E519F}" dt="2026-06-18T17:38:27.387" v="1823" actId="20577"/>
          <ac:spMkLst>
            <pc:docMk/>
            <pc:sldMk cId="1865085069" sldId="444"/>
            <ac:spMk id="4" creationId="{8DA2048D-6144-548E-5433-27834AF081F0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8:29.844" v="1825" actId="20577"/>
        <pc:sldMkLst>
          <pc:docMk/>
          <pc:sldMk cId="1348874944" sldId="445"/>
        </pc:sldMkLst>
        <pc:spChg chg="mod">
          <ac:chgData name="CHUNG, FIONA (PGR)" userId="bd5d4c77-7594-4285-b702-3d140c61ae9d" providerId="ADAL" clId="{494CCF3F-8F84-59D1-90EB-590C829E519F}" dt="2026-06-18T17:38:29.844" v="1825" actId="20577"/>
          <ac:spMkLst>
            <pc:docMk/>
            <pc:sldMk cId="1348874944" sldId="445"/>
            <ac:spMk id="4" creationId="{0CEB6592-43D6-D9DD-97DD-F53BD0F11E8D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8:32.296" v="1827" actId="20577"/>
        <pc:sldMkLst>
          <pc:docMk/>
          <pc:sldMk cId="3128406335" sldId="446"/>
        </pc:sldMkLst>
        <pc:spChg chg="mod">
          <ac:chgData name="CHUNG, FIONA (PGR)" userId="bd5d4c77-7594-4285-b702-3d140c61ae9d" providerId="ADAL" clId="{494CCF3F-8F84-59D1-90EB-590C829E519F}" dt="2026-06-18T17:38:32.296" v="1827" actId="20577"/>
          <ac:spMkLst>
            <pc:docMk/>
            <pc:sldMk cId="3128406335" sldId="446"/>
            <ac:spMk id="4" creationId="{64EFB241-93C2-9F74-739E-38DA86A4A445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9:01.017" v="1840" actId="20577"/>
        <pc:sldMkLst>
          <pc:docMk/>
          <pc:sldMk cId="1245695635" sldId="447"/>
        </pc:sldMkLst>
        <pc:spChg chg="mod">
          <ac:chgData name="CHUNG, FIONA (PGR)" userId="bd5d4c77-7594-4285-b702-3d140c61ae9d" providerId="ADAL" clId="{494CCF3F-8F84-59D1-90EB-590C829E519F}" dt="2026-06-18T17:39:01.017" v="1840" actId="20577"/>
          <ac:spMkLst>
            <pc:docMk/>
            <pc:sldMk cId="1245695635" sldId="447"/>
            <ac:spMk id="4" creationId="{E0505269-28E0-9838-7D9E-CE03FF7AB61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9:02.976" v="1842" actId="20577"/>
        <pc:sldMkLst>
          <pc:docMk/>
          <pc:sldMk cId="3868510668" sldId="448"/>
        </pc:sldMkLst>
        <pc:spChg chg="mod">
          <ac:chgData name="CHUNG, FIONA (PGR)" userId="bd5d4c77-7594-4285-b702-3d140c61ae9d" providerId="ADAL" clId="{494CCF3F-8F84-59D1-90EB-590C829E519F}" dt="2026-06-18T17:39:02.976" v="1842" actId="20577"/>
          <ac:spMkLst>
            <pc:docMk/>
            <pc:sldMk cId="3868510668" sldId="448"/>
            <ac:spMk id="4" creationId="{7CE33EA8-7C2D-52A6-FA9C-48B24A22DBC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39:05.563" v="1844" actId="20577"/>
        <pc:sldMkLst>
          <pc:docMk/>
          <pc:sldMk cId="443393448" sldId="449"/>
        </pc:sldMkLst>
        <pc:spChg chg="mod">
          <ac:chgData name="CHUNG, FIONA (PGR)" userId="bd5d4c77-7594-4285-b702-3d140c61ae9d" providerId="ADAL" clId="{494CCF3F-8F84-59D1-90EB-590C829E519F}" dt="2026-06-18T17:39:05.563" v="1844" actId="20577"/>
          <ac:spMkLst>
            <pc:docMk/>
            <pc:sldMk cId="443393448" sldId="449"/>
            <ac:spMk id="4" creationId="{C7BB8598-94DA-03E8-B11D-57551BB16675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0:38.924" v="1904" actId="1076"/>
        <pc:sldMkLst>
          <pc:docMk/>
          <pc:sldMk cId="1408914633" sldId="450"/>
        </pc:sldMkLst>
        <pc:spChg chg="mod">
          <ac:chgData name="CHUNG, FIONA (PGR)" userId="bd5d4c77-7594-4285-b702-3d140c61ae9d" providerId="ADAL" clId="{494CCF3F-8F84-59D1-90EB-590C829E519F}" dt="2026-06-18T17:40:38.924" v="1904" actId="1076"/>
          <ac:spMkLst>
            <pc:docMk/>
            <pc:sldMk cId="1408914633" sldId="450"/>
            <ac:spMk id="4" creationId="{6F340522-A9B1-B37E-3797-941A6D03EB77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0:47.057" v="1914" actId="1076"/>
        <pc:sldMkLst>
          <pc:docMk/>
          <pc:sldMk cId="2022067649" sldId="451"/>
        </pc:sldMkLst>
        <pc:spChg chg="mod">
          <ac:chgData name="CHUNG, FIONA (PGR)" userId="bd5d4c77-7594-4285-b702-3d140c61ae9d" providerId="ADAL" clId="{494CCF3F-8F84-59D1-90EB-590C829E519F}" dt="2026-06-18T17:40:47.057" v="1914" actId="1076"/>
          <ac:spMkLst>
            <pc:docMk/>
            <pc:sldMk cId="2022067649" sldId="451"/>
            <ac:spMk id="4" creationId="{4DD22587-4A6C-D0C2-E80C-B135DFB3BA2B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1:35.189" v="1924" actId="1076"/>
        <pc:sldMkLst>
          <pc:docMk/>
          <pc:sldMk cId="887666906" sldId="452"/>
        </pc:sldMkLst>
        <pc:spChg chg="mod">
          <ac:chgData name="CHUNG, FIONA (PGR)" userId="bd5d4c77-7594-4285-b702-3d140c61ae9d" providerId="ADAL" clId="{494CCF3F-8F84-59D1-90EB-590C829E519F}" dt="2026-06-18T17:41:35.189" v="1924" actId="1076"/>
          <ac:spMkLst>
            <pc:docMk/>
            <pc:sldMk cId="887666906" sldId="452"/>
            <ac:spMk id="4" creationId="{2D2DAB32-0C26-A2A3-169F-4DD5A5C2E83C}"/>
          </ac:spMkLst>
        </pc:spChg>
      </pc:sldChg>
      <pc:sldChg chg="new del">
        <pc:chgData name="CHUNG, FIONA (PGR)" userId="bd5d4c77-7594-4285-b702-3d140c61ae9d" providerId="ADAL" clId="{494CCF3F-8F84-59D1-90EB-590C829E519F}" dt="2026-06-18T17:39:52.322" v="1865" actId="680"/>
        <pc:sldMkLst>
          <pc:docMk/>
          <pc:sldMk cId="1506816918" sldId="453"/>
        </pc:sldMkLst>
      </pc:sldChg>
      <pc:sldChg chg="modSp add mod">
        <pc:chgData name="CHUNG, FIONA (PGR)" userId="bd5d4c77-7594-4285-b702-3d140c61ae9d" providerId="ADAL" clId="{494CCF3F-8F84-59D1-90EB-590C829E519F}" dt="2026-06-18T17:40:12.674" v="1880" actId="20577"/>
        <pc:sldMkLst>
          <pc:docMk/>
          <pc:sldMk cId="2844333120" sldId="453"/>
        </pc:sldMkLst>
        <pc:spChg chg="mod">
          <ac:chgData name="CHUNG, FIONA (PGR)" userId="bd5d4c77-7594-4285-b702-3d140c61ae9d" providerId="ADAL" clId="{494CCF3F-8F84-59D1-90EB-590C829E519F}" dt="2026-06-18T17:40:12.674" v="1880" actId="20577"/>
          <ac:spMkLst>
            <pc:docMk/>
            <pc:sldMk cId="2844333120" sldId="453"/>
            <ac:spMk id="4" creationId="{004F5F60-B344-5440-AE94-FC04484DAC96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0:15.034" v="1882" actId="20577"/>
        <pc:sldMkLst>
          <pc:docMk/>
          <pc:sldMk cId="1977880010" sldId="454"/>
        </pc:sldMkLst>
        <pc:spChg chg="mod">
          <ac:chgData name="CHUNG, FIONA (PGR)" userId="bd5d4c77-7594-4285-b702-3d140c61ae9d" providerId="ADAL" clId="{494CCF3F-8F84-59D1-90EB-590C829E519F}" dt="2026-06-18T17:40:15.034" v="1882" actId="20577"/>
          <ac:spMkLst>
            <pc:docMk/>
            <pc:sldMk cId="1977880010" sldId="454"/>
            <ac:spMk id="4" creationId="{F4060839-CC8D-40C1-D3A7-CF9DF6B04798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0:18.029" v="1884" actId="20577"/>
        <pc:sldMkLst>
          <pc:docMk/>
          <pc:sldMk cId="541430671" sldId="455"/>
        </pc:sldMkLst>
        <pc:spChg chg="mod">
          <ac:chgData name="CHUNG, FIONA (PGR)" userId="bd5d4c77-7594-4285-b702-3d140c61ae9d" providerId="ADAL" clId="{494CCF3F-8F84-59D1-90EB-590C829E519F}" dt="2026-06-18T17:40:18.029" v="1884" actId="20577"/>
          <ac:spMkLst>
            <pc:docMk/>
            <pc:sldMk cId="541430671" sldId="455"/>
            <ac:spMk id="4" creationId="{4A3769AA-2D2E-5182-C373-A1396D1CEDB8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2:29.253" v="1945" actId="20577"/>
        <pc:sldMkLst>
          <pc:docMk/>
          <pc:sldMk cId="2451829471" sldId="456"/>
        </pc:sldMkLst>
        <pc:spChg chg="mod">
          <ac:chgData name="CHUNG, FIONA (PGR)" userId="bd5d4c77-7594-4285-b702-3d140c61ae9d" providerId="ADAL" clId="{494CCF3F-8F84-59D1-90EB-590C829E519F}" dt="2026-06-18T17:42:29.253" v="1945" actId="20577"/>
          <ac:spMkLst>
            <pc:docMk/>
            <pc:sldMk cId="2451829471" sldId="456"/>
            <ac:spMk id="4" creationId="{D0947BEC-8120-19D2-D385-097F8389C16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2:31.366" v="1947" actId="20577"/>
        <pc:sldMkLst>
          <pc:docMk/>
          <pc:sldMk cId="4206290923" sldId="457"/>
        </pc:sldMkLst>
        <pc:spChg chg="mod">
          <ac:chgData name="CHUNG, FIONA (PGR)" userId="bd5d4c77-7594-4285-b702-3d140c61ae9d" providerId="ADAL" clId="{494CCF3F-8F84-59D1-90EB-590C829E519F}" dt="2026-06-18T17:42:31.366" v="1947" actId="20577"/>
          <ac:spMkLst>
            <pc:docMk/>
            <pc:sldMk cId="4206290923" sldId="457"/>
            <ac:spMk id="4" creationId="{EDF32336-2A20-7823-15BF-FFFA2F22992F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2:33.609" v="1949" actId="20577"/>
        <pc:sldMkLst>
          <pc:docMk/>
          <pc:sldMk cId="1282062259" sldId="458"/>
        </pc:sldMkLst>
        <pc:spChg chg="mod">
          <ac:chgData name="CHUNG, FIONA (PGR)" userId="bd5d4c77-7594-4285-b702-3d140c61ae9d" providerId="ADAL" clId="{494CCF3F-8F84-59D1-90EB-590C829E519F}" dt="2026-06-18T17:42:33.609" v="1949" actId="20577"/>
          <ac:spMkLst>
            <pc:docMk/>
            <pc:sldMk cId="1282062259" sldId="458"/>
            <ac:spMk id="4" creationId="{FC3B6904-106D-031C-050D-805900674B4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2:57.073" v="1962" actId="20577"/>
        <pc:sldMkLst>
          <pc:docMk/>
          <pc:sldMk cId="3767087304" sldId="459"/>
        </pc:sldMkLst>
        <pc:spChg chg="mod">
          <ac:chgData name="CHUNG, FIONA (PGR)" userId="bd5d4c77-7594-4285-b702-3d140c61ae9d" providerId="ADAL" clId="{494CCF3F-8F84-59D1-90EB-590C829E519F}" dt="2026-06-18T17:42:57.073" v="1962" actId="20577"/>
          <ac:spMkLst>
            <pc:docMk/>
            <pc:sldMk cId="3767087304" sldId="459"/>
            <ac:spMk id="4" creationId="{3B872E0B-65DC-6111-50AC-FF331ABBEC44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2:59.129" v="1964" actId="20577"/>
        <pc:sldMkLst>
          <pc:docMk/>
          <pc:sldMk cId="3135748032" sldId="460"/>
        </pc:sldMkLst>
        <pc:spChg chg="mod">
          <ac:chgData name="CHUNG, FIONA (PGR)" userId="bd5d4c77-7594-4285-b702-3d140c61ae9d" providerId="ADAL" clId="{494CCF3F-8F84-59D1-90EB-590C829E519F}" dt="2026-06-18T17:42:59.129" v="1964" actId="20577"/>
          <ac:spMkLst>
            <pc:docMk/>
            <pc:sldMk cId="3135748032" sldId="460"/>
            <ac:spMk id="4" creationId="{030D29B5-B355-32C9-75E7-3EF1085E488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3:01.606" v="1966" actId="20577"/>
        <pc:sldMkLst>
          <pc:docMk/>
          <pc:sldMk cId="1722016704" sldId="461"/>
        </pc:sldMkLst>
        <pc:spChg chg="mod">
          <ac:chgData name="CHUNG, FIONA (PGR)" userId="bd5d4c77-7594-4285-b702-3d140c61ae9d" providerId="ADAL" clId="{494CCF3F-8F84-59D1-90EB-590C829E519F}" dt="2026-06-18T17:43:01.606" v="1966" actId="20577"/>
          <ac:spMkLst>
            <pc:docMk/>
            <pc:sldMk cId="1722016704" sldId="461"/>
            <ac:spMk id="4" creationId="{52C0A213-4FEB-AB0A-659D-33C629EF0019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3:28.935" v="1992" actId="20577"/>
        <pc:sldMkLst>
          <pc:docMk/>
          <pc:sldMk cId="869968577" sldId="462"/>
        </pc:sldMkLst>
        <pc:spChg chg="mod">
          <ac:chgData name="CHUNG, FIONA (PGR)" userId="bd5d4c77-7594-4285-b702-3d140c61ae9d" providerId="ADAL" clId="{494CCF3F-8F84-59D1-90EB-590C829E519F}" dt="2026-06-18T17:43:28.935" v="1992" actId="20577"/>
          <ac:spMkLst>
            <pc:docMk/>
            <pc:sldMk cId="869968577" sldId="462"/>
            <ac:spMk id="4" creationId="{E8021A8B-6816-B6F0-0B5F-4199F92063EA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3:31.076" v="1994" actId="20577"/>
        <pc:sldMkLst>
          <pc:docMk/>
          <pc:sldMk cId="37282465" sldId="463"/>
        </pc:sldMkLst>
        <pc:spChg chg="mod">
          <ac:chgData name="CHUNG, FIONA (PGR)" userId="bd5d4c77-7594-4285-b702-3d140c61ae9d" providerId="ADAL" clId="{494CCF3F-8F84-59D1-90EB-590C829E519F}" dt="2026-06-18T17:43:31.076" v="1994" actId="20577"/>
          <ac:spMkLst>
            <pc:docMk/>
            <pc:sldMk cId="37282465" sldId="463"/>
            <ac:spMk id="4" creationId="{64A322A7-A333-1145-4E38-88C7CB4B5D17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3:33.686" v="1996" actId="20577"/>
        <pc:sldMkLst>
          <pc:docMk/>
          <pc:sldMk cId="1152648338" sldId="464"/>
        </pc:sldMkLst>
        <pc:spChg chg="mod">
          <ac:chgData name="CHUNG, FIONA (PGR)" userId="bd5d4c77-7594-4285-b702-3d140c61ae9d" providerId="ADAL" clId="{494CCF3F-8F84-59D1-90EB-590C829E519F}" dt="2026-06-18T17:43:33.686" v="1996" actId="20577"/>
          <ac:spMkLst>
            <pc:docMk/>
            <pc:sldMk cId="1152648338" sldId="464"/>
            <ac:spMk id="4" creationId="{F7916599-93DC-E575-456C-4E61B06265C7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3:58.632" v="2013" actId="20577"/>
        <pc:sldMkLst>
          <pc:docMk/>
          <pc:sldMk cId="3877199965" sldId="465"/>
        </pc:sldMkLst>
        <pc:spChg chg="mod">
          <ac:chgData name="CHUNG, FIONA (PGR)" userId="bd5d4c77-7594-4285-b702-3d140c61ae9d" providerId="ADAL" clId="{494CCF3F-8F84-59D1-90EB-590C829E519F}" dt="2026-06-18T17:43:58.632" v="2013" actId="20577"/>
          <ac:spMkLst>
            <pc:docMk/>
            <pc:sldMk cId="3877199965" sldId="465"/>
            <ac:spMk id="4" creationId="{24641C6A-F605-25EA-B5D4-1DC35CB79307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00.971" v="2015" actId="20577"/>
        <pc:sldMkLst>
          <pc:docMk/>
          <pc:sldMk cId="1031228880" sldId="466"/>
        </pc:sldMkLst>
        <pc:spChg chg="mod">
          <ac:chgData name="CHUNG, FIONA (PGR)" userId="bd5d4c77-7594-4285-b702-3d140c61ae9d" providerId="ADAL" clId="{494CCF3F-8F84-59D1-90EB-590C829E519F}" dt="2026-06-18T17:44:00.971" v="2015" actId="20577"/>
          <ac:spMkLst>
            <pc:docMk/>
            <pc:sldMk cId="1031228880" sldId="466"/>
            <ac:spMk id="4" creationId="{7122DC67-8A2E-4AF1-0DC7-731875F4112B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03.642" v="2017" actId="20577"/>
        <pc:sldMkLst>
          <pc:docMk/>
          <pc:sldMk cId="3156521557" sldId="467"/>
        </pc:sldMkLst>
        <pc:spChg chg="mod">
          <ac:chgData name="CHUNG, FIONA (PGR)" userId="bd5d4c77-7594-4285-b702-3d140c61ae9d" providerId="ADAL" clId="{494CCF3F-8F84-59D1-90EB-590C829E519F}" dt="2026-06-18T17:44:03.642" v="2017" actId="20577"/>
          <ac:spMkLst>
            <pc:docMk/>
            <pc:sldMk cId="3156521557" sldId="467"/>
            <ac:spMk id="4" creationId="{0AAD2E30-CF40-1A17-08E5-88FB08BC2ECD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27.368" v="2038" actId="20577"/>
        <pc:sldMkLst>
          <pc:docMk/>
          <pc:sldMk cId="923909023" sldId="468"/>
        </pc:sldMkLst>
        <pc:spChg chg="mod">
          <ac:chgData name="CHUNG, FIONA (PGR)" userId="bd5d4c77-7594-4285-b702-3d140c61ae9d" providerId="ADAL" clId="{494CCF3F-8F84-59D1-90EB-590C829E519F}" dt="2026-06-18T17:44:27.368" v="2038" actId="20577"/>
          <ac:spMkLst>
            <pc:docMk/>
            <pc:sldMk cId="923909023" sldId="468"/>
            <ac:spMk id="4" creationId="{B6D7663D-1679-3F78-1888-4159A071D974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30.252" v="2040" actId="20577"/>
        <pc:sldMkLst>
          <pc:docMk/>
          <pc:sldMk cId="809773746" sldId="469"/>
        </pc:sldMkLst>
        <pc:spChg chg="mod">
          <ac:chgData name="CHUNG, FIONA (PGR)" userId="bd5d4c77-7594-4285-b702-3d140c61ae9d" providerId="ADAL" clId="{494CCF3F-8F84-59D1-90EB-590C829E519F}" dt="2026-06-18T17:44:30.252" v="2040" actId="20577"/>
          <ac:spMkLst>
            <pc:docMk/>
            <pc:sldMk cId="809773746" sldId="469"/>
            <ac:spMk id="4" creationId="{40B05BC9-8F70-A23E-D118-A5C8A907BB01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32.915" v="2042" actId="20577"/>
        <pc:sldMkLst>
          <pc:docMk/>
          <pc:sldMk cId="2233593149" sldId="470"/>
        </pc:sldMkLst>
        <pc:spChg chg="mod">
          <ac:chgData name="CHUNG, FIONA (PGR)" userId="bd5d4c77-7594-4285-b702-3d140c61ae9d" providerId="ADAL" clId="{494CCF3F-8F84-59D1-90EB-590C829E519F}" dt="2026-06-18T17:44:32.915" v="2042" actId="20577"/>
          <ac:spMkLst>
            <pc:docMk/>
            <pc:sldMk cId="2233593149" sldId="470"/>
            <ac:spMk id="4" creationId="{1B541735-B7D7-C650-53E4-C06AFBD175CE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52.272" v="2053" actId="20577"/>
        <pc:sldMkLst>
          <pc:docMk/>
          <pc:sldMk cId="2571553492" sldId="471"/>
        </pc:sldMkLst>
        <pc:spChg chg="mod">
          <ac:chgData name="CHUNG, FIONA (PGR)" userId="bd5d4c77-7594-4285-b702-3d140c61ae9d" providerId="ADAL" clId="{494CCF3F-8F84-59D1-90EB-590C829E519F}" dt="2026-06-18T17:44:52.272" v="2053" actId="20577"/>
          <ac:spMkLst>
            <pc:docMk/>
            <pc:sldMk cId="2571553492" sldId="471"/>
            <ac:spMk id="4" creationId="{69961A9B-C3FB-41C8-D7E1-1EBD210F382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54.490" v="2055" actId="20577"/>
        <pc:sldMkLst>
          <pc:docMk/>
          <pc:sldMk cId="1489273726" sldId="472"/>
        </pc:sldMkLst>
        <pc:spChg chg="mod">
          <ac:chgData name="CHUNG, FIONA (PGR)" userId="bd5d4c77-7594-4285-b702-3d140c61ae9d" providerId="ADAL" clId="{494CCF3F-8F84-59D1-90EB-590C829E519F}" dt="2026-06-18T17:44:54.490" v="2055" actId="20577"/>
          <ac:spMkLst>
            <pc:docMk/>
            <pc:sldMk cId="1489273726" sldId="472"/>
            <ac:spMk id="4" creationId="{64D595B2-78C7-3AF2-130C-29FE080901CD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4:56.913" v="2057" actId="20577"/>
        <pc:sldMkLst>
          <pc:docMk/>
          <pc:sldMk cId="505139514" sldId="473"/>
        </pc:sldMkLst>
        <pc:spChg chg="mod">
          <ac:chgData name="CHUNG, FIONA (PGR)" userId="bd5d4c77-7594-4285-b702-3d140c61ae9d" providerId="ADAL" clId="{494CCF3F-8F84-59D1-90EB-590C829E519F}" dt="2026-06-18T17:44:56.913" v="2057" actId="20577"/>
          <ac:spMkLst>
            <pc:docMk/>
            <pc:sldMk cId="505139514" sldId="473"/>
            <ac:spMk id="4" creationId="{2713DC88-D453-E78F-97ED-19932E174AA4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5:38.154" v="2081" actId="20577"/>
        <pc:sldMkLst>
          <pc:docMk/>
          <pc:sldMk cId="1242005153" sldId="474"/>
        </pc:sldMkLst>
        <pc:spChg chg="mod">
          <ac:chgData name="CHUNG, FIONA (PGR)" userId="bd5d4c77-7594-4285-b702-3d140c61ae9d" providerId="ADAL" clId="{494CCF3F-8F84-59D1-90EB-590C829E519F}" dt="2026-06-18T17:45:38.154" v="2081" actId="20577"/>
          <ac:spMkLst>
            <pc:docMk/>
            <pc:sldMk cId="1242005153" sldId="474"/>
            <ac:spMk id="4" creationId="{87892324-756C-97D6-B280-83093A02E3E3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5:40.218" v="2083" actId="20577"/>
        <pc:sldMkLst>
          <pc:docMk/>
          <pc:sldMk cId="1322575603" sldId="475"/>
        </pc:sldMkLst>
        <pc:spChg chg="mod">
          <ac:chgData name="CHUNG, FIONA (PGR)" userId="bd5d4c77-7594-4285-b702-3d140c61ae9d" providerId="ADAL" clId="{494CCF3F-8F84-59D1-90EB-590C829E519F}" dt="2026-06-18T17:45:40.218" v="2083" actId="20577"/>
          <ac:spMkLst>
            <pc:docMk/>
            <pc:sldMk cId="1322575603" sldId="475"/>
            <ac:spMk id="4" creationId="{F319BDF1-073D-D4CA-6DF7-AE9F1B2C420A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5:42.538" v="2085" actId="20577"/>
        <pc:sldMkLst>
          <pc:docMk/>
          <pc:sldMk cId="2892535668" sldId="476"/>
        </pc:sldMkLst>
        <pc:spChg chg="mod">
          <ac:chgData name="CHUNG, FIONA (PGR)" userId="bd5d4c77-7594-4285-b702-3d140c61ae9d" providerId="ADAL" clId="{494CCF3F-8F84-59D1-90EB-590C829E519F}" dt="2026-06-18T17:45:42.538" v="2085" actId="20577"/>
          <ac:spMkLst>
            <pc:docMk/>
            <pc:sldMk cId="2892535668" sldId="476"/>
            <ac:spMk id="4" creationId="{B527EED9-5E64-8BC1-7A1A-6BC2A018BCFC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6:05.258" v="2098" actId="20577"/>
        <pc:sldMkLst>
          <pc:docMk/>
          <pc:sldMk cId="675756860" sldId="477"/>
        </pc:sldMkLst>
        <pc:spChg chg="mod">
          <ac:chgData name="CHUNG, FIONA (PGR)" userId="bd5d4c77-7594-4285-b702-3d140c61ae9d" providerId="ADAL" clId="{494CCF3F-8F84-59D1-90EB-590C829E519F}" dt="2026-06-18T17:46:05.258" v="2098" actId="20577"/>
          <ac:spMkLst>
            <pc:docMk/>
            <pc:sldMk cId="675756860" sldId="477"/>
            <ac:spMk id="4" creationId="{0114496D-EAD9-0720-CC6A-8688DE43F1A6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6:07.762" v="2100" actId="20577"/>
        <pc:sldMkLst>
          <pc:docMk/>
          <pc:sldMk cId="3394092092" sldId="478"/>
        </pc:sldMkLst>
        <pc:spChg chg="mod">
          <ac:chgData name="CHUNG, FIONA (PGR)" userId="bd5d4c77-7594-4285-b702-3d140c61ae9d" providerId="ADAL" clId="{494CCF3F-8F84-59D1-90EB-590C829E519F}" dt="2026-06-18T17:46:07.762" v="2100" actId="20577"/>
          <ac:spMkLst>
            <pc:docMk/>
            <pc:sldMk cId="3394092092" sldId="478"/>
            <ac:spMk id="4" creationId="{B871D0B5-AB93-49D6-5E2B-929721B8937B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6:09.605" v="2102" actId="20577"/>
        <pc:sldMkLst>
          <pc:docMk/>
          <pc:sldMk cId="1158613390" sldId="479"/>
        </pc:sldMkLst>
        <pc:spChg chg="mod">
          <ac:chgData name="CHUNG, FIONA (PGR)" userId="bd5d4c77-7594-4285-b702-3d140c61ae9d" providerId="ADAL" clId="{494CCF3F-8F84-59D1-90EB-590C829E519F}" dt="2026-06-18T17:46:09.605" v="2102" actId="20577"/>
          <ac:spMkLst>
            <pc:docMk/>
            <pc:sldMk cId="1158613390" sldId="479"/>
            <ac:spMk id="4" creationId="{3C8C9F3D-4C07-306C-BB6E-8FC8BE945146}"/>
          </ac:spMkLst>
        </pc:spChg>
      </pc:sldChg>
      <pc:sldChg chg="modSp add mod">
        <pc:chgData name="CHUNG, FIONA (PGR)" userId="bd5d4c77-7594-4285-b702-3d140c61ae9d" providerId="ADAL" clId="{494CCF3F-8F84-59D1-90EB-590C829E519F}" dt="2026-06-18T17:47:14.534" v="2201" actId="20577"/>
        <pc:sldMkLst>
          <pc:docMk/>
          <pc:sldMk cId="1028201860" sldId="480"/>
        </pc:sldMkLst>
        <pc:spChg chg="mod">
          <ac:chgData name="CHUNG, FIONA (PGR)" userId="bd5d4c77-7594-4285-b702-3d140c61ae9d" providerId="ADAL" clId="{494CCF3F-8F84-59D1-90EB-590C829E519F}" dt="2026-06-18T17:47:14.534" v="2201" actId="20577"/>
          <ac:spMkLst>
            <pc:docMk/>
            <pc:sldMk cId="1028201860" sldId="480"/>
            <ac:spMk id="8" creationId="{E1B2ED9B-AB2C-A3CB-D53E-3F6031EB41FA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17.620" v="2258"/>
        <pc:sldMkLst>
          <pc:docMk/>
          <pc:sldMk cId="565962309" sldId="481"/>
        </pc:sldMkLst>
        <pc:spChg chg="mod">
          <ac:chgData name="CHUNG, FIONA (PGR)" userId="bd5d4c77-7594-4285-b702-3d140c61ae9d" providerId="ADAL" clId="{494CCF3F-8F84-59D1-90EB-590C829E519F}" dt="2026-06-18T17:50:17.620" v="2258"/>
          <ac:spMkLst>
            <pc:docMk/>
            <pc:sldMk cId="565962309" sldId="481"/>
            <ac:spMk id="6" creationId="{BFFD658E-6BAF-8B39-E284-C0909846CCE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31.736" v="2218"/>
        <pc:sldMkLst>
          <pc:docMk/>
          <pc:sldMk cId="4059473721" sldId="482"/>
        </pc:sldMkLst>
        <pc:spChg chg="mod">
          <ac:chgData name="CHUNG, FIONA (PGR)" userId="bd5d4c77-7594-4285-b702-3d140c61ae9d" providerId="ADAL" clId="{494CCF3F-8F84-59D1-90EB-590C829E519F}" dt="2026-06-18T17:47:31.736" v="2218"/>
          <ac:spMkLst>
            <pc:docMk/>
            <pc:sldMk cId="4059473721" sldId="482"/>
            <ac:spMk id="2" creationId="{6548AE4D-2901-2B0F-76B1-1E1A9A62E02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36.268" v="2219"/>
        <pc:sldMkLst>
          <pc:docMk/>
          <pc:sldMk cId="1227379640" sldId="483"/>
        </pc:sldMkLst>
        <pc:spChg chg="mod">
          <ac:chgData name="CHUNG, FIONA (PGR)" userId="bd5d4c77-7594-4285-b702-3d140c61ae9d" providerId="ADAL" clId="{494CCF3F-8F84-59D1-90EB-590C829E519F}" dt="2026-06-18T17:47:36.268" v="2219"/>
          <ac:spMkLst>
            <pc:docMk/>
            <pc:sldMk cId="1227379640" sldId="483"/>
            <ac:spMk id="2" creationId="{330AD735-6FED-7E29-5A2D-ACA9586F2AA1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41.217" v="2220"/>
        <pc:sldMkLst>
          <pc:docMk/>
          <pc:sldMk cId="131261834" sldId="484"/>
        </pc:sldMkLst>
        <pc:spChg chg="mod">
          <ac:chgData name="CHUNG, FIONA (PGR)" userId="bd5d4c77-7594-4285-b702-3d140c61ae9d" providerId="ADAL" clId="{494CCF3F-8F84-59D1-90EB-590C829E519F}" dt="2026-06-18T17:47:41.217" v="2220"/>
          <ac:spMkLst>
            <pc:docMk/>
            <pc:sldMk cId="131261834" sldId="484"/>
            <ac:spMk id="2" creationId="{09FEF5B0-4100-7C9F-7101-C15E4ED93ACD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46.801" v="2221"/>
        <pc:sldMkLst>
          <pc:docMk/>
          <pc:sldMk cId="3912233804" sldId="485"/>
        </pc:sldMkLst>
        <pc:spChg chg="mod">
          <ac:chgData name="CHUNG, FIONA (PGR)" userId="bd5d4c77-7594-4285-b702-3d140c61ae9d" providerId="ADAL" clId="{494CCF3F-8F84-59D1-90EB-590C829E519F}" dt="2026-06-18T17:47:46.801" v="2221"/>
          <ac:spMkLst>
            <pc:docMk/>
            <pc:sldMk cId="3912233804" sldId="485"/>
            <ac:spMk id="2" creationId="{16204B80-5CEC-45B7-1160-A06547D5B0A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25.436" v="2260" actId="122"/>
        <pc:sldMkLst>
          <pc:docMk/>
          <pc:sldMk cId="166816085" sldId="486"/>
        </pc:sldMkLst>
        <pc:spChg chg="mod">
          <ac:chgData name="CHUNG, FIONA (PGR)" userId="bd5d4c77-7594-4285-b702-3d140c61ae9d" providerId="ADAL" clId="{494CCF3F-8F84-59D1-90EB-590C829E519F}" dt="2026-06-18T17:50:25.436" v="2260" actId="122"/>
          <ac:spMkLst>
            <pc:docMk/>
            <pc:sldMk cId="166816085" sldId="486"/>
            <ac:spMk id="4" creationId="{024E94F2-B50C-7F4C-78FC-ADCA500FE751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31.151" v="2262" actId="122"/>
        <pc:sldMkLst>
          <pc:docMk/>
          <pc:sldMk cId="3092859700" sldId="487"/>
        </pc:sldMkLst>
        <pc:spChg chg="mod">
          <ac:chgData name="CHUNG, FIONA (PGR)" userId="bd5d4c77-7594-4285-b702-3d140c61ae9d" providerId="ADAL" clId="{494CCF3F-8F84-59D1-90EB-590C829E519F}" dt="2026-06-18T17:50:31.151" v="2262" actId="122"/>
          <ac:spMkLst>
            <pc:docMk/>
            <pc:sldMk cId="3092859700" sldId="487"/>
            <ac:spMk id="4" creationId="{D6E899E3-D065-8423-81E1-EB201DF6295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40.230" v="2264" actId="122"/>
        <pc:sldMkLst>
          <pc:docMk/>
          <pc:sldMk cId="4045423257" sldId="488"/>
        </pc:sldMkLst>
        <pc:spChg chg="mod">
          <ac:chgData name="CHUNG, FIONA (PGR)" userId="bd5d4c77-7594-4285-b702-3d140c61ae9d" providerId="ADAL" clId="{494CCF3F-8F84-59D1-90EB-590C829E519F}" dt="2026-06-18T17:50:40.230" v="2264" actId="122"/>
          <ac:spMkLst>
            <pc:docMk/>
            <pc:sldMk cId="4045423257" sldId="488"/>
            <ac:spMk id="4" creationId="{CA5D4FDF-3171-6AB2-D6EA-8E20F8F52C0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43.583" v="2266" actId="122"/>
        <pc:sldMkLst>
          <pc:docMk/>
          <pc:sldMk cId="131863073" sldId="489"/>
        </pc:sldMkLst>
        <pc:spChg chg="mod">
          <ac:chgData name="CHUNG, FIONA (PGR)" userId="bd5d4c77-7594-4285-b702-3d140c61ae9d" providerId="ADAL" clId="{494CCF3F-8F84-59D1-90EB-590C829E519F}" dt="2026-06-18T17:50:43.583" v="2266" actId="122"/>
          <ac:spMkLst>
            <pc:docMk/>
            <pc:sldMk cId="131863073" sldId="489"/>
            <ac:spMk id="4" creationId="{1124F6F7-4E9B-71FD-3851-C37A4287EE54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52.667" v="2222"/>
        <pc:sldMkLst>
          <pc:docMk/>
          <pc:sldMk cId="1223779473" sldId="490"/>
        </pc:sldMkLst>
        <pc:spChg chg="mod">
          <ac:chgData name="CHUNG, FIONA (PGR)" userId="bd5d4c77-7594-4285-b702-3d140c61ae9d" providerId="ADAL" clId="{494CCF3F-8F84-59D1-90EB-590C829E519F}" dt="2026-06-18T17:47:52.667" v="2222"/>
          <ac:spMkLst>
            <pc:docMk/>
            <pc:sldMk cId="1223779473" sldId="490"/>
            <ac:spMk id="4" creationId="{DC8526B2-7BDF-9017-3AFC-A40BAADA8BCA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56.305" v="2223"/>
        <pc:sldMkLst>
          <pc:docMk/>
          <pc:sldMk cId="2504778710" sldId="491"/>
        </pc:sldMkLst>
        <pc:spChg chg="mod">
          <ac:chgData name="CHUNG, FIONA (PGR)" userId="bd5d4c77-7594-4285-b702-3d140c61ae9d" providerId="ADAL" clId="{494CCF3F-8F84-59D1-90EB-590C829E519F}" dt="2026-06-18T17:47:56.305" v="2223"/>
          <ac:spMkLst>
            <pc:docMk/>
            <pc:sldMk cId="2504778710" sldId="491"/>
            <ac:spMk id="4" creationId="{18D4DAD8-6203-CA71-04DD-44BAE47B4D68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7:59.629" v="2224"/>
        <pc:sldMkLst>
          <pc:docMk/>
          <pc:sldMk cId="2091476173" sldId="492"/>
        </pc:sldMkLst>
        <pc:spChg chg="mod">
          <ac:chgData name="CHUNG, FIONA (PGR)" userId="bd5d4c77-7594-4285-b702-3d140c61ae9d" providerId="ADAL" clId="{494CCF3F-8F84-59D1-90EB-590C829E519F}" dt="2026-06-18T17:47:59.629" v="2224"/>
          <ac:spMkLst>
            <pc:docMk/>
            <pc:sldMk cId="2091476173" sldId="492"/>
            <ac:spMk id="4" creationId="{831DA711-96AD-1840-92CA-50F36B91D875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02.502" v="2225"/>
        <pc:sldMkLst>
          <pc:docMk/>
          <pc:sldMk cId="3561878347" sldId="493"/>
        </pc:sldMkLst>
        <pc:spChg chg="mod">
          <ac:chgData name="CHUNG, FIONA (PGR)" userId="bd5d4c77-7594-4285-b702-3d140c61ae9d" providerId="ADAL" clId="{494CCF3F-8F84-59D1-90EB-590C829E519F}" dt="2026-06-18T17:48:02.502" v="2225"/>
          <ac:spMkLst>
            <pc:docMk/>
            <pc:sldMk cId="3561878347" sldId="493"/>
            <ac:spMk id="4" creationId="{CB64F22D-FF30-3C1B-6ACA-01F21F6D514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48.680" v="2268" actId="122"/>
        <pc:sldMkLst>
          <pc:docMk/>
          <pc:sldMk cId="1637093109" sldId="494"/>
        </pc:sldMkLst>
        <pc:spChg chg="mod">
          <ac:chgData name="CHUNG, FIONA (PGR)" userId="bd5d4c77-7594-4285-b702-3d140c61ae9d" providerId="ADAL" clId="{494CCF3F-8F84-59D1-90EB-590C829E519F}" dt="2026-06-18T17:50:48.680" v="2268" actId="122"/>
          <ac:spMkLst>
            <pc:docMk/>
            <pc:sldMk cId="1637093109" sldId="494"/>
            <ac:spMk id="4" creationId="{8EA58949-9E86-387F-4EF1-90F4E7ED1849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0:51.620" v="2270" actId="122"/>
        <pc:sldMkLst>
          <pc:docMk/>
          <pc:sldMk cId="562801928" sldId="495"/>
        </pc:sldMkLst>
        <pc:spChg chg="mod">
          <ac:chgData name="CHUNG, FIONA (PGR)" userId="bd5d4c77-7594-4285-b702-3d140c61ae9d" providerId="ADAL" clId="{494CCF3F-8F84-59D1-90EB-590C829E519F}" dt="2026-06-18T17:50:51.620" v="2270" actId="122"/>
          <ac:spMkLst>
            <pc:docMk/>
            <pc:sldMk cId="562801928" sldId="495"/>
            <ac:spMk id="4" creationId="{C4EFBCE9-A773-9451-F643-494FFB5719AB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0:54.455" v="2271"/>
        <pc:sldMkLst>
          <pc:docMk/>
          <pc:sldMk cId="1982663631" sldId="496"/>
        </pc:sldMkLst>
        <pc:spChg chg="mod">
          <ac:chgData name="CHUNG, FIONA (PGR)" userId="bd5d4c77-7594-4285-b702-3d140c61ae9d" providerId="ADAL" clId="{494CCF3F-8F84-59D1-90EB-590C829E519F}" dt="2026-06-18T17:50:54.455" v="2271"/>
          <ac:spMkLst>
            <pc:docMk/>
            <pc:sldMk cId="1982663631" sldId="496"/>
            <ac:spMk id="4" creationId="{6402F43D-AB05-2584-0242-C0B5E5C3518C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00.213" v="2273" actId="122"/>
        <pc:sldMkLst>
          <pc:docMk/>
          <pc:sldMk cId="3568997934" sldId="497"/>
        </pc:sldMkLst>
        <pc:spChg chg="mod">
          <ac:chgData name="CHUNG, FIONA (PGR)" userId="bd5d4c77-7594-4285-b702-3d140c61ae9d" providerId="ADAL" clId="{494CCF3F-8F84-59D1-90EB-590C829E519F}" dt="2026-06-18T17:51:00.213" v="2273" actId="122"/>
          <ac:spMkLst>
            <pc:docMk/>
            <pc:sldMk cId="3568997934" sldId="497"/>
            <ac:spMk id="4" creationId="{633F3C05-8121-DDC9-B249-C5244A0C14D8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07.617" v="2226"/>
        <pc:sldMkLst>
          <pc:docMk/>
          <pc:sldMk cId="1043808511" sldId="498"/>
        </pc:sldMkLst>
        <pc:spChg chg="mod">
          <ac:chgData name="CHUNG, FIONA (PGR)" userId="bd5d4c77-7594-4285-b702-3d140c61ae9d" providerId="ADAL" clId="{494CCF3F-8F84-59D1-90EB-590C829E519F}" dt="2026-06-18T17:48:07.617" v="2226"/>
          <ac:spMkLst>
            <pc:docMk/>
            <pc:sldMk cId="1043808511" sldId="498"/>
            <ac:spMk id="4" creationId="{DFE821F1-C614-3663-8CC6-92251F153F66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11.366" v="2227"/>
        <pc:sldMkLst>
          <pc:docMk/>
          <pc:sldMk cId="599599534" sldId="499"/>
        </pc:sldMkLst>
        <pc:spChg chg="mod">
          <ac:chgData name="CHUNG, FIONA (PGR)" userId="bd5d4c77-7594-4285-b702-3d140c61ae9d" providerId="ADAL" clId="{494CCF3F-8F84-59D1-90EB-590C829E519F}" dt="2026-06-18T17:48:11.366" v="2227"/>
          <ac:spMkLst>
            <pc:docMk/>
            <pc:sldMk cId="599599534" sldId="499"/>
            <ac:spMk id="4" creationId="{560568E1-446B-71E6-492E-74DB7D473748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15.517" v="2228"/>
        <pc:sldMkLst>
          <pc:docMk/>
          <pc:sldMk cId="3763967868" sldId="500"/>
        </pc:sldMkLst>
        <pc:spChg chg="mod">
          <ac:chgData name="CHUNG, FIONA (PGR)" userId="bd5d4c77-7594-4285-b702-3d140c61ae9d" providerId="ADAL" clId="{494CCF3F-8F84-59D1-90EB-590C829E519F}" dt="2026-06-18T17:48:15.517" v="2228"/>
          <ac:spMkLst>
            <pc:docMk/>
            <pc:sldMk cId="3763967868" sldId="500"/>
            <ac:spMk id="4" creationId="{05C2298B-A2F3-0F42-2F30-DC4B307BBFAC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19.032" v="2229"/>
        <pc:sldMkLst>
          <pc:docMk/>
          <pc:sldMk cId="1753570772" sldId="501"/>
        </pc:sldMkLst>
        <pc:spChg chg="mod">
          <ac:chgData name="CHUNG, FIONA (PGR)" userId="bd5d4c77-7594-4285-b702-3d140c61ae9d" providerId="ADAL" clId="{494CCF3F-8F84-59D1-90EB-590C829E519F}" dt="2026-06-18T17:48:19.032" v="2229"/>
          <ac:spMkLst>
            <pc:docMk/>
            <pc:sldMk cId="1753570772" sldId="501"/>
            <ac:spMk id="4" creationId="{FB744BB8-7F95-F654-7E26-F521252F09E3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06.428" v="2275" actId="122"/>
        <pc:sldMkLst>
          <pc:docMk/>
          <pc:sldMk cId="1860860826" sldId="502"/>
        </pc:sldMkLst>
        <pc:spChg chg="mod">
          <ac:chgData name="CHUNG, FIONA (PGR)" userId="bd5d4c77-7594-4285-b702-3d140c61ae9d" providerId="ADAL" clId="{494CCF3F-8F84-59D1-90EB-590C829E519F}" dt="2026-06-18T17:51:06.428" v="2275" actId="122"/>
          <ac:spMkLst>
            <pc:docMk/>
            <pc:sldMk cId="1860860826" sldId="502"/>
            <ac:spMk id="4" creationId="{18E991FD-7772-783B-A9B7-770D495F0880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09.799" v="2277" actId="122"/>
        <pc:sldMkLst>
          <pc:docMk/>
          <pc:sldMk cId="3478622601" sldId="503"/>
        </pc:sldMkLst>
        <pc:spChg chg="mod">
          <ac:chgData name="CHUNG, FIONA (PGR)" userId="bd5d4c77-7594-4285-b702-3d140c61ae9d" providerId="ADAL" clId="{494CCF3F-8F84-59D1-90EB-590C829E519F}" dt="2026-06-18T17:51:09.799" v="2277" actId="122"/>
          <ac:spMkLst>
            <pc:docMk/>
            <pc:sldMk cId="3478622601" sldId="503"/>
            <ac:spMk id="4" creationId="{13640B1D-314E-D2DC-9DAD-15D8AD4D3CD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14.299" v="2279" actId="122"/>
        <pc:sldMkLst>
          <pc:docMk/>
          <pc:sldMk cId="2364948583" sldId="504"/>
        </pc:sldMkLst>
        <pc:spChg chg="mod">
          <ac:chgData name="CHUNG, FIONA (PGR)" userId="bd5d4c77-7594-4285-b702-3d140c61ae9d" providerId="ADAL" clId="{494CCF3F-8F84-59D1-90EB-590C829E519F}" dt="2026-06-18T17:51:14.299" v="2279" actId="122"/>
          <ac:spMkLst>
            <pc:docMk/>
            <pc:sldMk cId="2364948583" sldId="504"/>
            <ac:spMk id="4" creationId="{B57F7D2F-8390-BF5A-5C9B-E0DA30A4AD41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33.745" v="2281" actId="122"/>
        <pc:sldMkLst>
          <pc:docMk/>
          <pc:sldMk cId="1117909562" sldId="505"/>
        </pc:sldMkLst>
        <pc:spChg chg="mod">
          <ac:chgData name="CHUNG, FIONA (PGR)" userId="bd5d4c77-7594-4285-b702-3d140c61ae9d" providerId="ADAL" clId="{494CCF3F-8F84-59D1-90EB-590C829E519F}" dt="2026-06-18T17:51:33.745" v="2281" actId="122"/>
          <ac:spMkLst>
            <pc:docMk/>
            <pc:sldMk cId="1117909562" sldId="505"/>
            <ac:spMk id="4" creationId="{E2887DBB-886B-AAF4-F6CF-A773BAF8EAE4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23.627" v="2230"/>
        <pc:sldMkLst>
          <pc:docMk/>
          <pc:sldMk cId="992599209" sldId="506"/>
        </pc:sldMkLst>
        <pc:spChg chg="mod">
          <ac:chgData name="CHUNG, FIONA (PGR)" userId="bd5d4c77-7594-4285-b702-3d140c61ae9d" providerId="ADAL" clId="{494CCF3F-8F84-59D1-90EB-590C829E519F}" dt="2026-06-18T17:48:23.627" v="2230"/>
          <ac:spMkLst>
            <pc:docMk/>
            <pc:sldMk cId="992599209" sldId="506"/>
            <ac:spMk id="4" creationId="{0BE73292-F423-5E2D-FDB1-1AAE5BC81E55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26.723" v="2231"/>
        <pc:sldMkLst>
          <pc:docMk/>
          <pc:sldMk cId="2990020529" sldId="507"/>
        </pc:sldMkLst>
        <pc:spChg chg="mod">
          <ac:chgData name="CHUNG, FIONA (PGR)" userId="bd5d4c77-7594-4285-b702-3d140c61ae9d" providerId="ADAL" clId="{494CCF3F-8F84-59D1-90EB-590C829E519F}" dt="2026-06-18T17:48:26.723" v="2231"/>
          <ac:spMkLst>
            <pc:docMk/>
            <pc:sldMk cId="2990020529" sldId="507"/>
            <ac:spMk id="4" creationId="{FF36705F-32DF-4584-09B8-CFC8A0284BAB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30.028" v="2232"/>
        <pc:sldMkLst>
          <pc:docMk/>
          <pc:sldMk cId="1428173873" sldId="508"/>
        </pc:sldMkLst>
        <pc:spChg chg="mod">
          <ac:chgData name="CHUNG, FIONA (PGR)" userId="bd5d4c77-7594-4285-b702-3d140c61ae9d" providerId="ADAL" clId="{494CCF3F-8F84-59D1-90EB-590C829E519F}" dt="2026-06-18T17:48:30.028" v="2232"/>
          <ac:spMkLst>
            <pc:docMk/>
            <pc:sldMk cId="1428173873" sldId="508"/>
            <ac:spMk id="4" creationId="{4279F311-34CA-4829-6CD6-8716F824347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33.722" v="2233"/>
        <pc:sldMkLst>
          <pc:docMk/>
          <pc:sldMk cId="3541215692" sldId="509"/>
        </pc:sldMkLst>
        <pc:spChg chg="mod">
          <ac:chgData name="CHUNG, FIONA (PGR)" userId="bd5d4c77-7594-4285-b702-3d140c61ae9d" providerId="ADAL" clId="{494CCF3F-8F84-59D1-90EB-590C829E519F}" dt="2026-06-18T17:48:33.722" v="2233"/>
          <ac:spMkLst>
            <pc:docMk/>
            <pc:sldMk cId="3541215692" sldId="509"/>
            <ac:spMk id="4" creationId="{45A8678B-9F9A-B4D9-E169-AAF51405224C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38.279" v="2283" actId="122"/>
        <pc:sldMkLst>
          <pc:docMk/>
          <pc:sldMk cId="1032508893" sldId="510"/>
        </pc:sldMkLst>
        <pc:spChg chg="mod">
          <ac:chgData name="CHUNG, FIONA (PGR)" userId="bd5d4c77-7594-4285-b702-3d140c61ae9d" providerId="ADAL" clId="{494CCF3F-8F84-59D1-90EB-590C829E519F}" dt="2026-06-18T17:51:38.279" v="2283" actId="122"/>
          <ac:spMkLst>
            <pc:docMk/>
            <pc:sldMk cId="1032508893" sldId="510"/>
            <ac:spMk id="4" creationId="{4A28710F-F9D4-C893-4645-C5463E8814A6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43.747" v="2285" actId="122"/>
        <pc:sldMkLst>
          <pc:docMk/>
          <pc:sldMk cId="1068119343" sldId="511"/>
        </pc:sldMkLst>
        <pc:spChg chg="mod">
          <ac:chgData name="CHUNG, FIONA (PGR)" userId="bd5d4c77-7594-4285-b702-3d140c61ae9d" providerId="ADAL" clId="{494CCF3F-8F84-59D1-90EB-590C829E519F}" dt="2026-06-18T17:51:43.747" v="2285" actId="122"/>
          <ac:spMkLst>
            <pc:docMk/>
            <pc:sldMk cId="1068119343" sldId="511"/>
            <ac:spMk id="4" creationId="{EC433960-D962-2F08-E777-F87570BACFA3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47.604" v="2287" actId="122"/>
        <pc:sldMkLst>
          <pc:docMk/>
          <pc:sldMk cId="2710267821" sldId="512"/>
        </pc:sldMkLst>
        <pc:spChg chg="mod">
          <ac:chgData name="CHUNG, FIONA (PGR)" userId="bd5d4c77-7594-4285-b702-3d140c61ae9d" providerId="ADAL" clId="{494CCF3F-8F84-59D1-90EB-590C829E519F}" dt="2026-06-18T17:51:47.604" v="2287" actId="122"/>
          <ac:spMkLst>
            <pc:docMk/>
            <pc:sldMk cId="2710267821" sldId="512"/>
            <ac:spMk id="4" creationId="{9B1E17AF-4846-9ECC-9796-C6FD4B9C2BCE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50.757" v="2289" actId="122"/>
        <pc:sldMkLst>
          <pc:docMk/>
          <pc:sldMk cId="560830793" sldId="513"/>
        </pc:sldMkLst>
        <pc:spChg chg="mod">
          <ac:chgData name="CHUNG, FIONA (PGR)" userId="bd5d4c77-7594-4285-b702-3d140c61ae9d" providerId="ADAL" clId="{494CCF3F-8F84-59D1-90EB-590C829E519F}" dt="2026-06-18T17:51:50.757" v="2289" actId="122"/>
          <ac:spMkLst>
            <pc:docMk/>
            <pc:sldMk cId="560830793" sldId="513"/>
            <ac:spMk id="4" creationId="{1CEF3240-E73B-C491-5C6A-ABE5305D0540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38.487" v="2234"/>
        <pc:sldMkLst>
          <pc:docMk/>
          <pc:sldMk cId="4038749122" sldId="514"/>
        </pc:sldMkLst>
        <pc:spChg chg="mod">
          <ac:chgData name="CHUNG, FIONA (PGR)" userId="bd5d4c77-7594-4285-b702-3d140c61ae9d" providerId="ADAL" clId="{494CCF3F-8F84-59D1-90EB-590C829E519F}" dt="2026-06-18T17:48:38.487" v="2234"/>
          <ac:spMkLst>
            <pc:docMk/>
            <pc:sldMk cId="4038749122" sldId="514"/>
            <ac:spMk id="4" creationId="{6087FF45-976C-40FD-9763-D7D94D7B0DC3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41.626" v="2235"/>
        <pc:sldMkLst>
          <pc:docMk/>
          <pc:sldMk cId="423816965" sldId="515"/>
        </pc:sldMkLst>
        <pc:spChg chg="mod">
          <ac:chgData name="CHUNG, FIONA (PGR)" userId="bd5d4c77-7594-4285-b702-3d140c61ae9d" providerId="ADAL" clId="{494CCF3F-8F84-59D1-90EB-590C829E519F}" dt="2026-06-18T17:48:41.626" v="2235"/>
          <ac:spMkLst>
            <pc:docMk/>
            <pc:sldMk cId="423816965" sldId="515"/>
            <ac:spMk id="4" creationId="{716B8987-C323-29DC-D676-A8921E8E0770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44.758" v="2236"/>
        <pc:sldMkLst>
          <pc:docMk/>
          <pc:sldMk cId="1667225931" sldId="516"/>
        </pc:sldMkLst>
        <pc:spChg chg="mod">
          <ac:chgData name="CHUNG, FIONA (PGR)" userId="bd5d4c77-7594-4285-b702-3d140c61ae9d" providerId="ADAL" clId="{494CCF3F-8F84-59D1-90EB-590C829E519F}" dt="2026-06-18T17:48:44.758" v="2236"/>
          <ac:spMkLst>
            <pc:docMk/>
            <pc:sldMk cId="1667225931" sldId="516"/>
            <ac:spMk id="4" creationId="{A92F6578-6F06-AB89-3F78-A30ACCD1A8A8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48.152" v="2237"/>
        <pc:sldMkLst>
          <pc:docMk/>
          <pc:sldMk cId="1204162485" sldId="517"/>
        </pc:sldMkLst>
        <pc:spChg chg="mod">
          <ac:chgData name="CHUNG, FIONA (PGR)" userId="bd5d4c77-7594-4285-b702-3d140c61ae9d" providerId="ADAL" clId="{494CCF3F-8F84-59D1-90EB-590C829E519F}" dt="2026-06-18T17:48:48.152" v="2237"/>
          <ac:spMkLst>
            <pc:docMk/>
            <pc:sldMk cId="1204162485" sldId="517"/>
            <ac:spMk id="4" creationId="{1288DA0A-C898-AFBA-455A-CC4AFD270FF3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1:56.197" v="2291" actId="122"/>
        <pc:sldMkLst>
          <pc:docMk/>
          <pc:sldMk cId="551623647" sldId="518"/>
        </pc:sldMkLst>
        <pc:spChg chg="mod">
          <ac:chgData name="CHUNG, FIONA (PGR)" userId="bd5d4c77-7594-4285-b702-3d140c61ae9d" providerId="ADAL" clId="{494CCF3F-8F84-59D1-90EB-590C829E519F}" dt="2026-06-18T17:51:56.197" v="2291" actId="122"/>
          <ac:spMkLst>
            <pc:docMk/>
            <pc:sldMk cId="551623647" sldId="518"/>
            <ac:spMk id="4" creationId="{72B6EBE2-DA2E-23A0-4F1F-5EFC732C8317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00.077" v="2293"/>
        <pc:sldMkLst>
          <pc:docMk/>
          <pc:sldMk cId="1850882960" sldId="519"/>
        </pc:sldMkLst>
        <pc:spChg chg="mod">
          <ac:chgData name="CHUNG, FIONA (PGR)" userId="bd5d4c77-7594-4285-b702-3d140c61ae9d" providerId="ADAL" clId="{494CCF3F-8F84-59D1-90EB-590C829E519F}" dt="2026-06-18T17:52:00.077" v="2293"/>
          <ac:spMkLst>
            <pc:docMk/>
            <pc:sldMk cId="1850882960" sldId="519"/>
            <ac:spMk id="4" creationId="{E08C6362-FC9C-9D09-0AA7-D8397861B782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04.253" v="2295" actId="122"/>
        <pc:sldMkLst>
          <pc:docMk/>
          <pc:sldMk cId="896316379" sldId="520"/>
        </pc:sldMkLst>
        <pc:spChg chg="mod">
          <ac:chgData name="CHUNG, FIONA (PGR)" userId="bd5d4c77-7594-4285-b702-3d140c61ae9d" providerId="ADAL" clId="{494CCF3F-8F84-59D1-90EB-590C829E519F}" dt="2026-06-18T17:52:04.253" v="2295" actId="122"/>
          <ac:spMkLst>
            <pc:docMk/>
            <pc:sldMk cId="896316379" sldId="520"/>
            <ac:spMk id="4" creationId="{EA8D3C2A-CF52-4CC6-8AA0-83C2658EA642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07.526" v="2297" actId="122"/>
        <pc:sldMkLst>
          <pc:docMk/>
          <pc:sldMk cId="1610981603" sldId="521"/>
        </pc:sldMkLst>
        <pc:spChg chg="mod">
          <ac:chgData name="CHUNG, FIONA (PGR)" userId="bd5d4c77-7594-4285-b702-3d140c61ae9d" providerId="ADAL" clId="{494CCF3F-8F84-59D1-90EB-590C829E519F}" dt="2026-06-18T17:52:07.526" v="2297" actId="122"/>
          <ac:spMkLst>
            <pc:docMk/>
            <pc:sldMk cId="1610981603" sldId="521"/>
            <ac:spMk id="4" creationId="{54190BE7-3DA2-ECD7-4F11-D09D01DEEAEA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52.657" v="2238"/>
        <pc:sldMkLst>
          <pc:docMk/>
          <pc:sldMk cId="1954126761" sldId="522"/>
        </pc:sldMkLst>
        <pc:spChg chg="mod">
          <ac:chgData name="CHUNG, FIONA (PGR)" userId="bd5d4c77-7594-4285-b702-3d140c61ae9d" providerId="ADAL" clId="{494CCF3F-8F84-59D1-90EB-590C829E519F}" dt="2026-06-18T17:48:52.657" v="2238"/>
          <ac:spMkLst>
            <pc:docMk/>
            <pc:sldMk cId="1954126761" sldId="522"/>
            <ac:spMk id="4" creationId="{6CCEF715-CF01-0A82-A711-767840717CAB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55.288" v="2239"/>
        <pc:sldMkLst>
          <pc:docMk/>
          <pc:sldMk cId="3220864462" sldId="523"/>
        </pc:sldMkLst>
        <pc:spChg chg="mod">
          <ac:chgData name="CHUNG, FIONA (PGR)" userId="bd5d4c77-7594-4285-b702-3d140c61ae9d" providerId="ADAL" clId="{494CCF3F-8F84-59D1-90EB-590C829E519F}" dt="2026-06-18T17:48:55.288" v="2239"/>
          <ac:spMkLst>
            <pc:docMk/>
            <pc:sldMk cId="3220864462" sldId="523"/>
            <ac:spMk id="4" creationId="{241D8E71-6B5A-07C2-6F42-ABB22942E6B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8:58.261" v="2240"/>
        <pc:sldMkLst>
          <pc:docMk/>
          <pc:sldMk cId="4029188262" sldId="524"/>
        </pc:sldMkLst>
        <pc:spChg chg="mod">
          <ac:chgData name="CHUNG, FIONA (PGR)" userId="bd5d4c77-7594-4285-b702-3d140c61ae9d" providerId="ADAL" clId="{494CCF3F-8F84-59D1-90EB-590C829E519F}" dt="2026-06-18T17:48:58.261" v="2240"/>
          <ac:spMkLst>
            <pc:docMk/>
            <pc:sldMk cId="4029188262" sldId="524"/>
            <ac:spMk id="4" creationId="{CC37E85C-F00C-AD3F-9DD4-1CA688CA29C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01.412" v="2241"/>
        <pc:sldMkLst>
          <pc:docMk/>
          <pc:sldMk cId="4212174345" sldId="525"/>
        </pc:sldMkLst>
        <pc:spChg chg="mod">
          <ac:chgData name="CHUNG, FIONA (PGR)" userId="bd5d4c77-7594-4285-b702-3d140c61ae9d" providerId="ADAL" clId="{494CCF3F-8F84-59D1-90EB-590C829E519F}" dt="2026-06-18T17:49:01.412" v="2241"/>
          <ac:spMkLst>
            <pc:docMk/>
            <pc:sldMk cId="4212174345" sldId="525"/>
            <ac:spMk id="4" creationId="{9C184E9A-AB28-04C2-30BC-23891B02B140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13.416" v="2299" actId="122"/>
        <pc:sldMkLst>
          <pc:docMk/>
          <pc:sldMk cId="1459624564" sldId="526"/>
        </pc:sldMkLst>
        <pc:spChg chg="mod">
          <ac:chgData name="CHUNG, FIONA (PGR)" userId="bd5d4c77-7594-4285-b702-3d140c61ae9d" providerId="ADAL" clId="{494CCF3F-8F84-59D1-90EB-590C829E519F}" dt="2026-06-18T17:52:13.416" v="2299" actId="122"/>
          <ac:spMkLst>
            <pc:docMk/>
            <pc:sldMk cId="1459624564" sldId="526"/>
            <ac:spMk id="4" creationId="{422093C5-A13E-1035-A0CD-29B4B21DE152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16.480" v="2301" actId="122"/>
        <pc:sldMkLst>
          <pc:docMk/>
          <pc:sldMk cId="2361865201" sldId="527"/>
        </pc:sldMkLst>
        <pc:spChg chg="mod">
          <ac:chgData name="CHUNG, FIONA (PGR)" userId="bd5d4c77-7594-4285-b702-3d140c61ae9d" providerId="ADAL" clId="{494CCF3F-8F84-59D1-90EB-590C829E519F}" dt="2026-06-18T17:52:16.480" v="2301" actId="122"/>
          <ac:spMkLst>
            <pc:docMk/>
            <pc:sldMk cId="2361865201" sldId="527"/>
            <ac:spMk id="4" creationId="{65D09BE2-B274-1B5F-2B20-6F95A091F097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19.729" v="2303" actId="122"/>
        <pc:sldMkLst>
          <pc:docMk/>
          <pc:sldMk cId="94303575" sldId="528"/>
        </pc:sldMkLst>
        <pc:spChg chg="mod">
          <ac:chgData name="CHUNG, FIONA (PGR)" userId="bd5d4c77-7594-4285-b702-3d140c61ae9d" providerId="ADAL" clId="{494CCF3F-8F84-59D1-90EB-590C829E519F}" dt="2026-06-18T17:52:19.729" v="2303" actId="122"/>
          <ac:spMkLst>
            <pc:docMk/>
            <pc:sldMk cId="94303575" sldId="528"/>
            <ac:spMk id="4" creationId="{548A94A7-D773-6D21-87C3-D3714B1AB71C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24.617" v="2305" actId="122"/>
        <pc:sldMkLst>
          <pc:docMk/>
          <pc:sldMk cId="3167475592" sldId="529"/>
        </pc:sldMkLst>
        <pc:spChg chg="mod">
          <ac:chgData name="CHUNG, FIONA (PGR)" userId="bd5d4c77-7594-4285-b702-3d140c61ae9d" providerId="ADAL" clId="{494CCF3F-8F84-59D1-90EB-590C829E519F}" dt="2026-06-18T17:52:24.617" v="2305" actId="122"/>
          <ac:spMkLst>
            <pc:docMk/>
            <pc:sldMk cId="3167475592" sldId="529"/>
            <ac:spMk id="4" creationId="{95F1B3D7-2895-D09C-5AF4-74300C66D00B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2:28.013" v="2306"/>
        <pc:sldMkLst>
          <pc:docMk/>
          <pc:sldMk cId="2591489357" sldId="530"/>
        </pc:sldMkLst>
        <pc:spChg chg="mod">
          <ac:chgData name="CHUNG, FIONA (PGR)" userId="bd5d4c77-7594-4285-b702-3d140c61ae9d" providerId="ADAL" clId="{494CCF3F-8F84-59D1-90EB-590C829E519F}" dt="2026-06-18T17:52:28.013" v="2306"/>
          <ac:spMkLst>
            <pc:docMk/>
            <pc:sldMk cId="2591489357" sldId="530"/>
            <ac:spMk id="4" creationId="{682844C7-0666-897F-EAB5-96633AEB4B10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09.152" v="2243"/>
        <pc:sldMkLst>
          <pc:docMk/>
          <pc:sldMk cId="4007856409" sldId="531"/>
        </pc:sldMkLst>
        <pc:spChg chg="mod">
          <ac:chgData name="CHUNG, FIONA (PGR)" userId="bd5d4c77-7594-4285-b702-3d140c61ae9d" providerId="ADAL" clId="{494CCF3F-8F84-59D1-90EB-590C829E519F}" dt="2026-06-18T17:49:09.152" v="2243"/>
          <ac:spMkLst>
            <pc:docMk/>
            <pc:sldMk cId="4007856409" sldId="531"/>
            <ac:spMk id="4" creationId="{E7EB893B-28DF-F7CB-8571-8A45BA595B9C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11.727" v="2244"/>
        <pc:sldMkLst>
          <pc:docMk/>
          <pc:sldMk cId="961319350" sldId="532"/>
        </pc:sldMkLst>
        <pc:spChg chg="mod">
          <ac:chgData name="CHUNG, FIONA (PGR)" userId="bd5d4c77-7594-4285-b702-3d140c61ae9d" providerId="ADAL" clId="{494CCF3F-8F84-59D1-90EB-590C829E519F}" dt="2026-06-18T17:49:11.727" v="2244"/>
          <ac:spMkLst>
            <pc:docMk/>
            <pc:sldMk cId="961319350" sldId="532"/>
            <ac:spMk id="4" creationId="{E2988385-4955-1BD8-57EE-D1ADE82C8631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14.292" v="2245"/>
        <pc:sldMkLst>
          <pc:docMk/>
          <pc:sldMk cId="1954787426" sldId="533"/>
        </pc:sldMkLst>
        <pc:spChg chg="mod">
          <ac:chgData name="CHUNG, FIONA (PGR)" userId="bd5d4c77-7594-4285-b702-3d140c61ae9d" providerId="ADAL" clId="{494CCF3F-8F84-59D1-90EB-590C829E519F}" dt="2026-06-18T17:49:14.292" v="2245"/>
          <ac:spMkLst>
            <pc:docMk/>
            <pc:sldMk cId="1954787426" sldId="533"/>
            <ac:spMk id="4" creationId="{4BA2274B-B66B-DBB4-83A7-5CA5C047CD2E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35.829" v="2308" actId="122"/>
        <pc:sldMkLst>
          <pc:docMk/>
          <pc:sldMk cId="2941385550" sldId="534"/>
        </pc:sldMkLst>
        <pc:spChg chg="mod">
          <ac:chgData name="CHUNG, FIONA (PGR)" userId="bd5d4c77-7594-4285-b702-3d140c61ae9d" providerId="ADAL" clId="{494CCF3F-8F84-59D1-90EB-590C829E519F}" dt="2026-06-18T17:52:35.829" v="2308" actId="122"/>
          <ac:spMkLst>
            <pc:docMk/>
            <pc:sldMk cId="2941385550" sldId="534"/>
            <ac:spMk id="4" creationId="{1C5B5E27-CBBE-186A-09E5-91C28E3DD1B9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40.325" v="2310" actId="122"/>
        <pc:sldMkLst>
          <pc:docMk/>
          <pc:sldMk cId="1069293005" sldId="535"/>
        </pc:sldMkLst>
        <pc:spChg chg="mod">
          <ac:chgData name="CHUNG, FIONA (PGR)" userId="bd5d4c77-7594-4285-b702-3d140c61ae9d" providerId="ADAL" clId="{494CCF3F-8F84-59D1-90EB-590C829E519F}" dt="2026-06-18T17:52:40.325" v="2310" actId="122"/>
          <ac:spMkLst>
            <pc:docMk/>
            <pc:sldMk cId="1069293005" sldId="535"/>
            <ac:spMk id="4" creationId="{FB39860A-802C-0073-410C-3F70C65552FF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44.806" v="2312" actId="122"/>
        <pc:sldMkLst>
          <pc:docMk/>
          <pc:sldMk cId="1903722307" sldId="536"/>
        </pc:sldMkLst>
        <pc:spChg chg="mod">
          <ac:chgData name="CHUNG, FIONA (PGR)" userId="bd5d4c77-7594-4285-b702-3d140c61ae9d" providerId="ADAL" clId="{494CCF3F-8F84-59D1-90EB-590C829E519F}" dt="2026-06-18T17:52:44.806" v="2312" actId="122"/>
          <ac:spMkLst>
            <pc:docMk/>
            <pc:sldMk cId="1903722307" sldId="536"/>
            <ac:spMk id="4" creationId="{9475A93F-FFFF-7493-B361-725D16A268E7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2:50.195" v="2314" actId="122"/>
        <pc:sldMkLst>
          <pc:docMk/>
          <pc:sldMk cId="2271672983" sldId="537"/>
        </pc:sldMkLst>
        <pc:spChg chg="mod">
          <ac:chgData name="CHUNG, FIONA (PGR)" userId="bd5d4c77-7594-4285-b702-3d140c61ae9d" providerId="ADAL" clId="{494CCF3F-8F84-59D1-90EB-590C829E519F}" dt="2026-06-18T17:52:50.195" v="2314" actId="122"/>
          <ac:spMkLst>
            <pc:docMk/>
            <pc:sldMk cId="2271672983" sldId="537"/>
            <ac:spMk id="4" creationId="{CD700207-AD88-E002-DA3A-BB499046B93F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2:53.134" v="2315"/>
        <pc:sldMkLst>
          <pc:docMk/>
          <pc:sldMk cId="4070371339" sldId="538"/>
        </pc:sldMkLst>
        <pc:spChg chg="mod">
          <ac:chgData name="CHUNG, FIONA (PGR)" userId="bd5d4c77-7594-4285-b702-3d140c61ae9d" providerId="ADAL" clId="{494CCF3F-8F84-59D1-90EB-590C829E519F}" dt="2026-06-18T17:52:53.134" v="2315"/>
          <ac:spMkLst>
            <pc:docMk/>
            <pc:sldMk cId="4070371339" sldId="538"/>
            <ac:spMk id="4" creationId="{A11CF7BE-8219-3896-BB8C-CC01DEE61504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34.402" v="2247"/>
        <pc:sldMkLst>
          <pc:docMk/>
          <pc:sldMk cId="3770124089" sldId="539"/>
        </pc:sldMkLst>
        <pc:spChg chg="mod">
          <ac:chgData name="CHUNG, FIONA (PGR)" userId="bd5d4c77-7594-4285-b702-3d140c61ae9d" providerId="ADAL" clId="{494CCF3F-8F84-59D1-90EB-590C829E519F}" dt="2026-06-18T17:49:34.402" v="2247"/>
          <ac:spMkLst>
            <pc:docMk/>
            <pc:sldMk cId="3770124089" sldId="539"/>
            <ac:spMk id="4" creationId="{B4A2B2AA-7A28-3925-8EC2-5E3FBFE067D7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37.269" v="2248"/>
        <pc:sldMkLst>
          <pc:docMk/>
          <pc:sldMk cId="2945087107" sldId="540"/>
        </pc:sldMkLst>
        <pc:spChg chg="mod">
          <ac:chgData name="CHUNG, FIONA (PGR)" userId="bd5d4c77-7594-4285-b702-3d140c61ae9d" providerId="ADAL" clId="{494CCF3F-8F84-59D1-90EB-590C829E519F}" dt="2026-06-18T17:49:37.269" v="2248"/>
          <ac:spMkLst>
            <pc:docMk/>
            <pc:sldMk cId="2945087107" sldId="540"/>
            <ac:spMk id="4" creationId="{38D9D243-4140-1265-81CC-2F8419A4875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40.377" v="2249"/>
        <pc:sldMkLst>
          <pc:docMk/>
          <pc:sldMk cId="1719948249" sldId="541"/>
        </pc:sldMkLst>
        <pc:spChg chg="mod">
          <ac:chgData name="CHUNG, FIONA (PGR)" userId="bd5d4c77-7594-4285-b702-3d140c61ae9d" providerId="ADAL" clId="{494CCF3F-8F84-59D1-90EB-590C829E519F}" dt="2026-06-18T17:49:40.377" v="2249"/>
          <ac:spMkLst>
            <pc:docMk/>
            <pc:sldMk cId="1719948249" sldId="541"/>
            <ac:spMk id="4" creationId="{2AC7E8F5-1EFC-C755-19AB-3CF3E1D38B98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00.064" v="2317" actId="122"/>
        <pc:sldMkLst>
          <pc:docMk/>
          <pc:sldMk cId="4085193273" sldId="542"/>
        </pc:sldMkLst>
        <pc:spChg chg="mod">
          <ac:chgData name="CHUNG, FIONA (PGR)" userId="bd5d4c77-7594-4285-b702-3d140c61ae9d" providerId="ADAL" clId="{494CCF3F-8F84-59D1-90EB-590C829E519F}" dt="2026-06-18T17:53:00.064" v="2317" actId="122"/>
          <ac:spMkLst>
            <pc:docMk/>
            <pc:sldMk cId="4085193273" sldId="542"/>
            <ac:spMk id="4" creationId="{A6A5EBE2-A121-070B-2F91-2900C059CE5C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03.564" v="2319" actId="122"/>
        <pc:sldMkLst>
          <pc:docMk/>
          <pc:sldMk cId="2997875512" sldId="543"/>
        </pc:sldMkLst>
        <pc:spChg chg="mod">
          <ac:chgData name="CHUNG, FIONA (PGR)" userId="bd5d4c77-7594-4285-b702-3d140c61ae9d" providerId="ADAL" clId="{494CCF3F-8F84-59D1-90EB-590C829E519F}" dt="2026-06-18T17:53:03.564" v="2319" actId="122"/>
          <ac:spMkLst>
            <pc:docMk/>
            <pc:sldMk cId="2997875512" sldId="543"/>
            <ac:spMk id="4" creationId="{7DDB80E4-481B-20F6-6145-B0A124673EAA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06.610" v="2321" actId="122"/>
        <pc:sldMkLst>
          <pc:docMk/>
          <pc:sldMk cId="1128535641" sldId="544"/>
        </pc:sldMkLst>
        <pc:spChg chg="mod">
          <ac:chgData name="CHUNG, FIONA (PGR)" userId="bd5d4c77-7594-4285-b702-3d140c61ae9d" providerId="ADAL" clId="{494CCF3F-8F84-59D1-90EB-590C829E519F}" dt="2026-06-18T17:53:06.610" v="2321" actId="122"/>
          <ac:spMkLst>
            <pc:docMk/>
            <pc:sldMk cId="1128535641" sldId="544"/>
            <ac:spMk id="4" creationId="{5142750A-D1B9-C806-8910-5201F9B915F8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12.985" v="2323" actId="122"/>
        <pc:sldMkLst>
          <pc:docMk/>
          <pc:sldMk cId="500963993" sldId="545"/>
        </pc:sldMkLst>
        <pc:spChg chg="mod">
          <ac:chgData name="CHUNG, FIONA (PGR)" userId="bd5d4c77-7594-4285-b702-3d140c61ae9d" providerId="ADAL" clId="{494CCF3F-8F84-59D1-90EB-590C829E519F}" dt="2026-06-18T17:53:12.985" v="2323" actId="122"/>
          <ac:spMkLst>
            <pc:docMk/>
            <pc:sldMk cId="500963993" sldId="545"/>
            <ac:spMk id="4" creationId="{520D1352-3838-A3CE-026C-6A363161B546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44.488" v="2250"/>
        <pc:sldMkLst>
          <pc:docMk/>
          <pc:sldMk cId="1567192718" sldId="546"/>
        </pc:sldMkLst>
        <pc:spChg chg="mod">
          <ac:chgData name="CHUNG, FIONA (PGR)" userId="bd5d4c77-7594-4285-b702-3d140c61ae9d" providerId="ADAL" clId="{494CCF3F-8F84-59D1-90EB-590C829E519F}" dt="2026-06-18T17:49:44.488" v="2250"/>
          <ac:spMkLst>
            <pc:docMk/>
            <pc:sldMk cId="1567192718" sldId="546"/>
            <ac:spMk id="4" creationId="{54D54851-62DC-932F-0E60-1D90AB7C66D6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47.874" v="2251"/>
        <pc:sldMkLst>
          <pc:docMk/>
          <pc:sldMk cId="1379464793" sldId="547"/>
        </pc:sldMkLst>
        <pc:spChg chg="mod">
          <ac:chgData name="CHUNG, FIONA (PGR)" userId="bd5d4c77-7594-4285-b702-3d140c61ae9d" providerId="ADAL" clId="{494CCF3F-8F84-59D1-90EB-590C829E519F}" dt="2026-06-18T17:49:47.874" v="2251"/>
          <ac:spMkLst>
            <pc:docMk/>
            <pc:sldMk cId="1379464793" sldId="547"/>
            <ac:spMk id="4" creationId="{A875A75C-49DD-0BCA-F813-120E310CB99E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51.154" v="2252"/>
        <pc:sldMkLst>
          <pc:docMk/>
          <pc:sldMk cId="2627140494" sldId="548"/>
        </pc:sldMkLst>
        <pc:spChg chg="mod">
          <ac:chgData name="CHUNG, FIONA (PGR)" userId="bd5d4c77-7594-4285-b702-3d140c61ae9d" providerId="ADAL" clId="{494CCF3F-8F84-59D1-90EB-590C829E519F}" dt="2026-06-18T17:49:51.154" v="2252"/>
          <ac:spMkLst>
            <pc:docMk/>
            <pc:sldMk cId="2627140494" sldId="548"/>
            <ac:spMk id="4" creationId="{3C2F3426-537B-C875-3963-54F36CC54FE2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53.948" v="2253"/>
        <pc:sldMkLst>
          <pc:docMk/>
          <pc:sldMk cId="456614537" sldId="549"/>
        </pc:sldMkLst>
        <pc:spChg chg="mod">
          <ac:chgData name="CHUNG, FIONA (PGR)" userId="bd5d4c77-7594-4285-b702-3d140c61ae9d" providerId="ADAL" clId="{494CCF3F-8F84-59D1-90EB-590C829E519F}" dt="2026-06-18T17:49:53.948" v="2253"/>
          <ac:spMkLst>
            <pc:docMk/>
            <pc:sldMk cId="456614537" sldId="549"/>
            <ac:spMk id="4" creationId="{B771E26B-7607-D27B-74FC-B8B665C48F46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18.225" v="2325" actId="122"/>
        <pc:sldMkLst>
          <pc:docMk/>
          <pc:sldMk cId="1871591992" sldId="550"/>
        </pc:sldMkLst>
        <pc:spChg chg="mod">
          <ac:chgData name="CHUNG, FIONA (PGR)" userId="bd5d4c77-7594-4285-b702-3d140c61ae9d" providerId="ADAL" clId="{494CCF3F-8F84-59D1-90EB-590C829E519F}" dt="2026-06-18T17:53:18.225" v="2325" actId="122"/>
          <ac:spMkLst>
            <pc:docMk/>
            <pc:sldMk cId="1871591992" sldId="550"/>
            <ac:spMk id="4" creationId="{C77CF759-D408-B2DA-AA8A-2EB1DA7E2AEB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21.105" v="2327" actId="122"/>
        <pc:sldMkLst>
          <pc:docMk/>
          <pc:sldMk cId="2179885432" sldId="551"/>
        </pc:sldMkLst>
        <pc:spChg chg="mod">
          <ac:chgData name="CHUNG, FIONA (PGR)" userId="bd5d4c77-7594-4285-b702-3d140c61ae9d" providerId="ADAL" clId="{494CCF3F-8F84-59D1-90EB-590C829E519F}" dt="2026-06-18T17:53:21.105" v="2327" actId="122"/>
          <ac:spMkLst>
            <pc:docMk/>
            <pc:sldMk cId="2179885432" sldId="551"/>
            <ac:spMk id="4" creationId="{B4B8964D-4911-7DEE-322D-7E34A0981E6A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23.914" v="2329" actId="122"/>
        <pc:sldMkLst>
          <pc:docMk/>
          <pc:sldMk cId="730989884" sldId="552"/>
        </pc:sldMkLst>
        <pc:spChg chg="mod">
          <ac:chgData name="CHUNG, FIONA (PGR)" userId="bd5d4c77-7594-4285-b702-3d140c61ae9d" providerId="ADAL" clId="{494CCF3F-8F84-59D1-90EB-590C829E519F}" dt="2026-06-18T17:53:23.914" v="2329" actId="122"/>
          <ac:spMkLst>
            <pc:docMk/>
            <pc:sldMk cId="730989884" sldId="552"/>
            <ac:spMk id="4" creationId="{83C154B7-0D45-ACBF-189C-F31922FD324D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27.494" v="2331" actId="122"/>
        <pc:sldMkLst>
          <pc:docMk/>
          <pc:sldMk cId="3462199089" sldId="553"/>
        </pc:sldMkLst>
        <pc:spChg chg="mod">
          <ac:chgData name="CHUNG, FIONA (PGR)" userId="bd5d4c77-7594-4285-b702-3d140c61ae9d" providerId="ADAL" clId="{494CCF3F-8F84-59D1-90EB-590C829E519F}" dt="2026-06-18T17:53:27.494" v="2331" actId="122"/>
          <ac:spMkLst>
            <pc:docMk/>
            <pc:sldMk cId="3462199089" sldId="553"/>
            <ac:spMk id="4" creationId="{908B77C2-9060-BA26-6BC8-873793FAB0C4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49:58.396" v="2254"/>
        <pc:sldMkLst>
          <pc:docMk/>
          <pc:sldMk cId="3730376355" sldId="554"/>
        </pc:sldMkLst>
        <pc:spChg chg="mod">
          <ac:chgData name="CHUNG, FIONA (PGR)" userId="bd5d4c77-7594-4285-b702-3d140c61ae9d" providerId="ADAL" clId="{494CCF3F-8F84-59D1-90EB-590C829E519F}" dt="2026-06-18T17:49:58.396" v="2254"/>
          <ac:spMkLst>
            <pc:docMk/>
            <pc:sldMk cId="3730376355" sldId="554"/>
            <ac:spMk id="4" creationId="{7FBD2CE2-46A6-3364-576E-F161B39B71D2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0:01.132" v="2255"/>
        <pc:sldMkLst>
          <pc:docMk/>
          <pc:sldMk cId="1536103464" sldId="555"/>
        </pc:sldMkLst>
        <pc:spChg chg="mod">
          <ac:chgData name="CHUNG, FIONA (PGR)" userId="bd5d4c77-7594-4285-b702-3d140c61ae9d" providerId="ADAL" clId="{494CCF3F-8F84-59D1-90EB-590C829E519F}" dt="2026-06-18T17:50:01.132" v="2255"/>
          <ac:spMkLst>
            <pc:docMk/>
            <pc:sldMk cId="1536103464" sldId="555"/>
            <ac:spMk id="4" creationId="{667D63A3-306C-E51D-9F28-9A1338DCC9C2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0:03.645" v="2256"/>
        <pc:sldMkLst>
          <pc:docMk/>
          <pc:sldMk cId="2065313082" sldId="556"/>
        </pc:sldMkLst>
        <pc:spChg chg="mod">
          <ac:chgData name="CHUNG, FIONA (PGR)" userId="bd5d4c77-7594-4285-b702-3d140c61ae9d" providerId="ADAL" clId="{494CCF3F-8F84-59D1-90EB-590C829E519F}" dt="2026-06-18T17:50:03.645" v="2256"/>
          <ac:spMkLst>
            <pc:docMk/>
            <pc:sldMk cId="2065313082" sldId="556"/>
            <ac:spMk id="4" creationId="{523B2E94-D1F9-092B-FC67-BB7A6E784A09}"/>
          </ac:spMkLst>
        </pc:spChg>
      </pc:sldChg>
      <pc:sldChg chg="modSp add replId">
        <pc:chgData name="CHUNG, FIONA (PGR)" userId="bd5d4c77-7594-4285-b702-3d140c61ae9d" providerId="ADAL" clId="{494CCF3F-8F84-59D1-90EB-590C829E519F}" dt="2026-06-18T17:50:06.681" v="2257"/>
        <pc:sldMkLst>
          <pc:docMk/>
          <pc:sldMk cId="707791538" sldId="557"/>
        </pc:sldMkLst>
        <pc:spChg chg="mod">
          <ac:chgData name="CHUNG, FIONA (PGR)" userId="bd5d4c77-7594-4285-b702-3d140c61ae9d" providerId="ADAL" clId="{494CCF3F-8F84-59D1-90EB-590C829E519F}" dt="2026-06-18T17:50:06.681" v="2257"/>
          <ac:spMkLst>
            <pc:docMk/>
            <pc:sldMk cId="707791538" sldId="557"/>
            <ac:spMk id="4" creationId="{5F61D93C-28E8-5117-1834-4D962FE7E483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34.641" v="2333" actId="122"/>
        <pc:sldMkLst>
          <pc:docMk/>
          <pc:sldMk cId="3731177406" sldId="558"/>
        </pc:sldMkLst>
        <pc:spChg chg="mod">
          <ac:chgData name="CHUNG, FIONA (PGR)" userId="bd5d4c77-7594-4285-b702-3d140c61ae9d" providerId="ADAL" clId="{494CCF3F-8F84-59D1-90EB-590C829E519F}" dt="2026-06-18T17:53:34.641" v="2333" actId="122"/>
          <ac:spMkLst>
            <pc:docMk/>
            <pc:sldMk cId="3731177406" sldId="558"/>
            <ac:spMk id="4" creationId="{15F32437-48B2-14D8-F1EC-F9EB21E32866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37.923" v="2335" actId="122"/>
        <pc:sldMkLst>
          <pc:docMk/>
          <pc:sldMk cId="3819394247" sldId="559"/>
        </pc:sldMkLst>
        <pc:spChg chg="mod">
          <ac:chgData name="CHUNG, FIONA (PGR)" userId="bd5d4c77-7594-4285-b702-3d140c61ae9d" providerId="ADAL" clId="{494CCF3F-8F84-59D1-90EB-590C829E519F}" dt="2026-06-18T17:53:37.923" v="2335" actId="122"/>
          <ac:spMkLst>
            <pc:docMk/>
            <pc:sldMk cId="3819394247" sldId="559"/>
            <ac:spMk id="4" creationId="{A7DBE78C-F27D-B69C-7C29-BAF6B69EF7A7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41.931" v="2337" actId="122"/>
        <pc:sldMkLst>
          <pc:docMk/>
          <pc:sldMk cId="364341104" sldId="560"/>
        </pc:sldMkLst>
        <pc:spChg chg="mod">
          <ac:chgData name="CHUNG, FIONA (PGR)" userId="bd5d4c77-7594-4285-b702-3d140c61ae9d" providerId="ADAL" clId="{494CCF3F-8F84-59D1-90EB-590C829E519F}" dt="2026-06-18T17:53:41.931" v="2337" actId="122"/>
          <ac:spMkLst>
            <pc:docMk/>
            <pc:sldMk cId="364341104" sldId="560"/>
            <ac:spMk id="4" creationId="{190702C2-23BA-F002-3766-47CAD9CA5B3E}"/>
          </ac:spMkLst>
        </pc:spChg>
      </pc:sldChg>
      <pc:sldChg chg="modSp add mod replId">
        <pc:chgData name="CHUNG, FIONA (PGR)" userId="bd5d4c77-7594-4285-b702-3d140c61ae9d" providerId="ADAL" clId="{494CCF3F-8F84-59D1-90EB-590C829E519F}" dt="2026-06-18T17:53:45.160" v="2339" actId="122"/>
        <pc:sldMkLst>
          <pc:docMk/>
          <pc:sldMk cId="1852501972" sldId="561"/>
        </pc:sldMkLst>
        <pc:spChg chg="mod">
          <ac:chgData name="CHUNG, FIONA (PGR)" userId="bd5d4c77-7594-4285-b702-3d140c61ae9d" providerId="ADAL" clId="{494CCF3F-8F84-59D1-90EB-590C829E519F}" dt="2026-06-18T17:53:45.160" v="2339" actId="122"/>
          <ac:spMkLst>
            <pc:docMk/>
            <pc:sldMk cId="1852501972" sldId="561"/>
            <ac:spMk id="4" creationId="{60A8EC62-BFDA-C7DA-8B54-3FCF9043D10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CE470-6A34-7F4D-8CD6-A1435F8F9B57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38FB7-4F86-5145-9B5C-68FC63B3C5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989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bar-practice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9602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pie-practice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86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314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6F987-E9E4-5BF3-F9C2-F867A5907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A243BD-7DA6-448E-B7D5-691A435DD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07ED1E-FA1E-A496-55A1-0175F6052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1F19C-CB14-DB99-F20C-64028D6EE1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044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6BB0C-18CA-066E-8728-BC8C7852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D06FD4-711F-8E1E-4966-88D149B4E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4453AE-A146-4CF8-FF4F-752DE22226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05C009-9EDD-5EAF-2A5C-A6DE2F5DDA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8033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BDE70-F997-B6AB-F168-ED8208E7E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001316-0347-1649-9F34-14D679283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4B6BC9-560C-B1F7-7D4D-2203F7B6DE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34721-B717-5C09-4635-07C21E2B7E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34197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9745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089E-70CF-08F0-66A4-5AC4284C7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E15FEB-07D4-EA04-D1B5-102D4079D2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296C4-DA66-7EFD-6A90-4FB8D4F57A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C2827-B0F4-C095-4416-1576EFCD0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22400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1CF13-EA55-3BB4-8749-AADFD8B0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F4D19-B9E0-8531-D609-BED5D1294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01D8E-6B9C-D73E-E3A7-E6B2F289D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E7875-24F4-FB2E-04A5-235362D9C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4431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06E4-8611-67EB-2186-D46A6E7E1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CAE821-97B7-0D76-27BD-D8E5F8957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CE9135-FE77-3EF8-98B1-C5EECB96B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7B74B-4B07-2952-E50A-BF295863B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30935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6458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3857A-C634-FFB3-DCCE-5299D5876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E338A0-0E6D-4C32-AA30-584D02C7C3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027854-288E-ACFE-D38E-987C9BF33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E51A3-AFDB-3F4B-048E-908EB19480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0420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4B85B-E83F-CC36-37B5-008E44EBE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6F68B-9704-A7C5-2F72-1BED84F85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E74805-536B-A8C2-E83D-AB73006B7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6A547B-0AD0-A543-0EED-30A14D5459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9954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8272D-A226-D32B-2F98-CDD4FFF8A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D5370-BA1D-21D1-D63B-6B2854FFC1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EAA24-1A8B-E3D1-D5DB-67E879440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D5987-64B4-67F6-2E45-D4A0DA188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648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6764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757C9-3916-72A1-A9D5-A22B9285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59B6B7-9451-10AE-D12A-3574D3BD34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4874EF-128A-CFF3-1655-76EC97CFA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F5887-BBE2-22AE-A2D5-048869CBFD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6424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FAFEC-2941-0CBF-72B7-9BF069CE6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B9FAC-C033-118C-BA56-048837EB3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3D20A7-B4F2-0DBA-5D23-D460CA1E3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438FF-183E-CB05-CEF9-91334AE30C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9205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6995D-317E-BBA5-B18B-F9D681189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16875A-DCA2-B657-B96F-FDD17BCB88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7008B-0FA6-FF5F-6D49-631F346C37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5169-FA83-8D2C-7AE8-5A7F03030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73023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968640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355C7-10FE-F933-74A5-0170EEEF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A78844-C0EF-BEAB-C07B-F822290A8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3953CA-DBD1-A12C-D292-184EC6197B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F29B8-7BAD-E734-B8A2-207DF6B8CB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60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26113-A154-8DF1-AAC0-95470BFE2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60293-D4A7-F55E-19ED-0707CA6C42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27A14-68D4-2B78-261F-C5395D008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FA696A-0490-5B77-24ED-4D22C9A0A1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0891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6E34D-2D75-BE2E-B7E9-07B61DCC9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6E3AA-4380-3BBD-8667-DC9C9F680B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A6B802-34E3-47F4-A347-2A7CF6140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0E510B-41D6-B53B-EB22-18173F8C10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61105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734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379F7-9374-DA03-3568-7E08C796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D9220B-1C3D-413D-4AE2-EDA117BF7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9166BA-D33F-8D41-8F98-188136B9A7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C75F1-2BE1-A1B7-6CDE-A617C25F4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244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E2D8-B909-0A66-08E9-F50D51F57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B7F90-21DE-FDA8-FDAD-BD7A902D17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457019-2596-19E7-A312-D3FF6DB26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6A8AA-F3A5-AE48-59D5-4FE9B4F2E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040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ED9AB8-FEE2-AA22-BE3A-8A8793A2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D8E2E7-B91C-7194-99C9-36F99E23D9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AA1AA8-8259-8A5C-906F-D7D9E8891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9F29E-E66B-84AD-0AA7-70F3319BB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53340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1126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4A451-C074-8195-03AF-9AEA501D7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3EE861-1C75-7D2A-73DC-46EB3AB6D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887F-DB70-3BE1-E0BC-BD15E7FA1F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6ED7A-180A-D847-6D8E-074E3E5755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0933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3BB5-04D0-9163-622B-F6AF398D8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ED608-621F-E26D-081E-49FB86543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C9D64-7BD5-4C0F-6B0F-AA75FA891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C6F4E-CD80-038A-3470-C027427E3C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3629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A015D-5CA9-21DC-EC9D-33C928E4A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3656F-1750-8E05-2472-7B5E6204A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E0B43-DB61-73B1-1F22-DD7CF3390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9CA6A-D4B4-4E6C-D0E7-7CCBD15EC5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1423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737626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71CC1-93EC-BAB7-E9A2-2505CCF0D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366E3-D919-4677-385B-566F33FCC6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ADC7C-BA3E-088C-1AFF-40371CB7BD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F1E36C-1DBE-B280-DDB6-CBD7C2DBBB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09326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6EDD2-F455-6D8B-EADE-F73D3DF8D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082A5A-F819-A06F-8007-F714F135F1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C9FC79-C4D2-8B0F-336A-1593582C81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F3FC9-99B8-A36C-BBAB-C5869A4A12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50439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29E2A-A2ED-8627-387C-0406C606E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C3553-2553-6491-D0F9-54F5A0527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1AF15B-810D-5B9D-8376-29154299B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D6744-CF99-AC99-2E09-3405F729E8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560563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47935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17FEC-7FFB-8FD7-24D5-32F389819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F0B37B-A8D8-17DA-DFC1-D1D94BACB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A30FA-E8E7-6E71-E530-AF288C7332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5E03FD-34B2-68CA-7043-EFD951C57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010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643DB-F73C-EFD8-ECA3-F5C90F790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33584-9078-37E1-6112-6842918CD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49206F-D6D0-0B16-DA70-13671ADBD8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44626-EE33-AD3A-8111-D52D3EA8B0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29955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7765E-9D27-DEDA-E6F2-187388593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6966CC-2908-B4D5-8824-C182194FF2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582998-E213-E4D0-A5B2-B3C6AB657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6610AB-11C6-97D6-5429-A4C0AB19FB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74519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8461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9C29E-D6B4-D4E4-ED60-2A835F41A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28B4BA-C65A-ACC7-3C15-BFEFE5E87A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0E6F3-D9BC-B1CB-75E0-942015754C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BEA88-4A6F-73BB-543C-330C8B26D7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67291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3F3DC-58A2-07F9-2C03-C36735E64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DEB9E3-F300-B78C-BC37-D1796471C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C8B3D-1850-4D5A-DC9F-128E52C92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9FFFB-6F83-F662-AD57-D1F9E26D7E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450648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0860-8E02-B279-6291-60C728274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582851-D5E1-A52D-9213-743336A86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A02D13-9DA3-AB50-2BCD-2F7E67C5C2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ABE6E-995D-35B7-058E-E82EDD8ED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6194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0247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F4ECD-4808-B0CE-4881-DD941F27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94C90B-E692-EE71-DC8F-780707DD7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303CE-40EF-CD80-55BA-05D7CD23E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B8021-6F54-565A-B26F-AADE08F84A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48766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F09D-9FA4-80E8-8CFE-0EC4C1E50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14FAE3-3B6F-C057-EE5A-D7B0853325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10A40-BF02-5CC2-69B0-0433C5F8EF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DF0-B61D-4976-FBF7-7CE06ACFE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00777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DABD1-7A59-627A-5DCB-ECCADDBA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19144-B0BE-1512-B96F-7A0C0E03B2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0C4825-D0ED-40E8-83A8-3D6798C5C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1061-E1E1-2685-7465-087AB58309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7124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81204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9D161-FB79-C2ED-F342-31CB97B88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ACA4A9-7374-2D5B-B01F-86F5E52139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4AE3C8-75B7-7B14-7CB2-E991E8923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09A7DC-A418-68AC-76F1-81875801BB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139231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CC986-9A0E-874E-6110-C2C8F9CB0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E9332E-DD0F-9961-4F1D-66DD540F8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0C1008-1E11-CDE0-D59D-B34DB7F98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9BED79-6AF1-5691-BAD8-7FDEEE1A7A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585430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D2A7E-E9EC-09A2-3116-D331FBA0A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87A5C4-0298-E9BE-3D04-7817B2E92C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270415-AC51-730A-033A-5EE4CFFD4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C55F81-9656-65C1-6319-BA8B04F8CB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36034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585591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D6A9-271C-4EEE-581F-BD1FD6872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84C5BB-D03B-22AA-5B6F-0C6423656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0C4081-0160-23B2-8BAD-42550D2A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EF651-3A34-BBA4-E615-EDD76FB921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177304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67288-FE5E-0C03-C542-7C3BD4633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AB76A6-53B3-FA58-48B8-7ED90AF50F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34631-D83E-960A-026C-B0CD58CDE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8BD73-7997-3C89-083C-6D0420A48D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8934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74A04-DA4C-C6B4-383E-D1B384365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896746-B104-91E0-117C-926FBA2A6B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94C7A2-020D-FB76-76FA-6AEA90406C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CFF7AD-E7AB-1AC6-E43C-02A362EF9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622844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465933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97B38E-0BFA-B3B2-7522-73FE0856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77725-63D4-96D2-3E53-2D1F44BCD9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2287D-3DBE-0DD0-6688-44ABB78C68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48EA2F-5710-038B-71B2-63ACA53900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4308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BE031-737E-8E75-26AA-8A124541C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7E0DF8-C8F9-1998-E5CF-D5667A8F61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BF5AAB-BF70-F55E-685E-BB02B8335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F697A-9462-2C45-1D9D-B500DA989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0964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833E7-393E-5B5F-5E93-70811B964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9C2038-A07C-7FE8-9600-C6174E3CF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22FB0B-F5AB-C27D-FE29-844CEB544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CA480-0017-75BB-3079-A3946B7679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05933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5102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88B3D-08A1-A49C-FB7E-7FFAE0B3C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9CDFB-6DF5-D11A-4A64-4942FD0CB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5D524-73C9-45EA-6704-8B6178092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BC5AB0-527A-0280-DD33-55C44CF2A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978203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29CC4-0EF3-26E2-251E-20AAD497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806C72-DEFE-97E0-3B7E-7C9E6624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ACB57-4D2E-DE23-2FD8-73B3EE449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160C1D-656C-AD48-086F-A85D5D718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085674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5A773-4BFB-0944-0A65-2C1A32864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0A01B-9A61-2038-81E4-7773EFA20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2E3776-2F83-FC75-D9B1-1C44CC5401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9A87D-B908-C7B9-7BCF-971EEBF31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49525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0025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19E5F-6710-96B5-8945-C4233283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23E700-628D-867D-264A-9466EE6CC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33C94D-E839-AC21-EC4F-7E5C47EB28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7E23AA-FC92-7DE9-8874-413E5C703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443106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5EB17-509F-D898-93C5-97AC47359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97F232-A647-98D5-5838-575FEFBE1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B1E762-D31B-986B-0F4D-17B272FD7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5DF079-6360-7E33-1387-D31B11EA3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17996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4A5C2-2FA2-001C-B560-9AFF251F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B42A4B-6651-9839-AE5C-425B24BCC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BC200-1BDF-9E70-964A-B2074C07CA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C7D17-49F7-D5A3-2A8A-2D7009B4BF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3940004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9112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5D732-F1BD-9437-9F9B-72172293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CC0B50-9480-E820-F87D-E9EAE0CD7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CC3334-A961-C3F8-C5BD-0FFC9860C6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542A1-B36A-7D41-E671-4AB5EC0A88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344823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3D682-B618-D4F7-7ACA-EDD0BDC3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F5536-5258-9430-29C2-8A48945DE6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C635-AAE3-736F-BCA0-65D792F08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AD957-B3A8-2B7A-EB7F-307A3FB54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91453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F1450-4FFA-0DA1-9AB3-2FEEC1DC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0F0FCA-5ED6-8625-80FC-C8DA434632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BF87C0-B68B-346E-C568-EE0B8A783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6F10AF-9863-0808-52F3-5334E9137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577969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48121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F5D92-2F60-B6B7-8AD7-E9CC6907B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DB41EA-E875-0A68-F738-612F7A835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6B070B-6803-949F-8D18-7F0996B78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D913F-7943-2BDB-8FDF-6AF289B078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113893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D6954-B70C-B142-F0A6-143FFB1C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CFC76-674A-DA57-4CC4-3D815ED8D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E77E54-A3C6-0886-2358-3B0045430B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59622-D573-90E0-50AB-0FC8FEE14E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7941282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26057-D86A-10B1-9E18-437660001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3CE74A-DB62-E9D5-825E-521755C5E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89EA55-6E92-C54A-07C7-91EAA01C3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AEC6C-DAE5-002E-6AE4-7ED1A2EDD4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0329740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82270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59345-ACC3-6B6F-3A62-21CACA039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2EB1D-A0DE-A3BD-25A3-BECFFBDD0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119E4-A6B5-7D36-48CD-EEC00A8C6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FBE5D9-E580-582D-537F-C4D6BB7D5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846320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4D504-1356-E17A-1027-14A0B0B75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2C7BCD-E4D0-FB7D-BC88-661FC780C7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5537E-A19B-5A8C-2D4C-430DE8FCB4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E059E-070A-FBBD-8611-5917535334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66152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3EF8-C3CA-0CDC-03B8-DB963DF60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473E2-FB5E-416F-AC76-E4541E130A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F8F70C-6907-F657-3080-6C2E5DAC6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870DD-0BAC-C94F-ABD9-7FF71B61AD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864507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7399855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84918-81BD-3C4F-4437-CB8BE450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D433AA-D38A-88F3-E4BB-B71588F8C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18E7B4-4813-0DBE-AE01-D91898F9F8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FA705-693F-F881-102D-A125A2F56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8391677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A03C7-FFA4-5DAE-22C1-6B445D2FB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480F96-27C0-B0B2-1E4E-D51ADF0537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AAE55-03C1-638D-0B5F-37284C5C67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BB0BF-158D-33BB-4996-FF175DC36B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249487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9052-2F88-9D1B-FA83-D38B3324A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03152A-CDC9-148F-7A06-87E5C30D2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87E4C-38B5-BA5D-3A0B-C9AA189C6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BBE62-A690-CD45-F2DC-1961714AF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69288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6B779-437A-C621-308C-E5D06C23A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09F585-8E6B-1EC3-7B4C-58428AA6E8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A6D1E2-2771-2EB4-AE57-C521B2DAC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bar-practice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46553-5214-F1F6-5A04-C03946D32E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68532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6DAEC-21B4-F9D4-189C-B601D9328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77B388-2559-6099-CAF8-D47A59D0BB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BEFC89-97DA-B277-DD39-81AC1FE79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pie-practice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F38DC-0EFE-8EE4-DED4-17A03180FF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985614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BBD1D-58B9-985B-BD29-96BEB4998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F7A2D1-1C30-28C8-B2D3-5FB52B57DB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284F82-3921-1809-E36A-84AC48E3B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1A7F9A-F58B-086B-B550-96786F578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000319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E377B-A37E-ABFD-24D9-2DC47C083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45A7A3-AF69-23EB-D5AC-74B73D11B3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06F0D-7CA6-6A80-DD25-124AC6826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F8898-D68C-157A-FE21-1024DF563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60705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05DA-63DA-17F4-F55B-D8D3B26A5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2FA5F-3AAD-F0C3-2D94-D1E94D42F6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46E6BA-DCD5-BE7B-8033-4750E2BD5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7504C-996F-5B87-65B3-517B0CA65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9593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0EDE-AEA6-6770-8BF1-B882C49AC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EFA35-8760-9F63-E8E9-6F2A6FCAC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41FDC-EE52-4AFB-4B17-8248143CC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3882B-577C-8570-6DA1-25A4DF0AF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856890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3974-E46F-C41B-6F9C-ABC081DF1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8DC39-BDB2-A6FD-8677-A9B63D95D9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84275-DFA6-14ED-530E-800BDBCFCF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88651-8AC4-9427-7E82-A4B59048B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007916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D0AC5-3236-8FC6-F3F2-273F24D6B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D63E2-C74F-E3F6-4883-30556F4566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706C5F-AFC8-BCC7-6890-38E4B12C7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46EAF-0316-ED9E-1FB2-5C544558A7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1326060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02ED8-2875-860A-513C-E167D3C9B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3BF82-8F13-0C2E-D434-95D0B6A0DB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D38E4-EA11-6CAE-7F7A-D5874D2E4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15D98-C88A-D40C-FD48-21F604D8B2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08752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6A579-3CD5-9001-70F0-D31A452A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EE219B-66AD-2C9A-7FCF-0840D55D7C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FC73C-69DE-FF83-B91F-44EB0E3E09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EC50D-7C13-98AF-44A5-C07E79EEB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312174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8A29E-5D90-5D9A-51BD-0E2B5680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9CEB3E-A725-877A-7B02-1E5D587F6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16EB2-5D50-FC29-8FB2-3A34C85A1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3A61E-EBE1-CFC7-FA0F-33EAC9D02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8881646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E2CD1-6A3F-4DA9-1C36-52FC8E82B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2A5D9-5A77-8585-CF03-6942FDBC5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FC180-C32F-FEE0-1448-A984954545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485FE-A906-FF8F-52F8-98314AA3E1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4744529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2048B-32EE-1373-14BB-BEB1587D2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C31B4-2BCB-3F3B-10D0-C5763D992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5E0E0A-E5CB-00F8-E09D-7ACAAB576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2B292-3475-5475-773C-A1F4AF80C7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1560773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5695-B27D-CFC6-1C5E-5ACFF2C58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1AD54-26E6-1706-A9EE-E5310B36C0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A82D79-77E0-A608-27D1-AEE47CF0BA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0D233-0EE7-C12A-ECAE-5D08C4E85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790070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6E5E-711E-CD83-1603-2FF186EA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D4E86F-3381-67F4-E881-305C3F089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3921A4-E7D6-DF87-FF6A-E8779AC885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093E3-8262-C7C9-A1E2-9454A4D02F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499519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46A4A-A573-1622-5514-1A7C1F52D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14682D-ED0F-F6EB-204E-F385078B48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EE7402-3E7E-CA66-EED4-6B83E3AD26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B827EA-1EFD-1AB3-7890-A6BF00B79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68384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808108-F936-89A9-2E3F-5AA605715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CC21D6-75C0-201F-7E97-F062E388F2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FCA57D-6364-B111-B9C6-8BE86A374B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0F9C7-6C88-B304-B5EA-3AF00D7200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489064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4B817-FB8D-EEDF-781A-5552F60F3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650FF-0AB7-8CEF-B59B-AE3361186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BF0442-5A35-7606-CCD6-C9AA05EB7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7C229-B854-0BD9-F662-24D8D5C9B8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4945134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62D51-C0B5-A177-5FF5-0559B07F5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C404D-1D09-E5DE-A57A-3DBE8BF80A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9DCC9-DD0F-0EA8-0714-CBECD8F5B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E5BFC8-7FFE-2DE3-458E-76CAA1C6D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142347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ECC3A-D999-F9C0-3FAF-B227DA120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D3860-DEF0-03C5-A455-908649BD6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82FDB-DF07-47F7-01CD-F9925167D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BE716-FD17-5EAF-F5A7-38E288C5C6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8064045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76712-B145-291D-A08B-4F645B95A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B36404-19E2-C173-8706-F7F0B5E724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0CFB7-4759-D52E-2505-7D49C04BDF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CECA3-0C27-8E0D-F7F1-DFE4D8A1CB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368850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76DB01-247B-BE1A-2EE6-F7E087633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09731-D45D-E3B4-6519-A532EFDC6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66EDD-86EB-7798-4179-D3729BD77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C0F5D-A069-20BA-DCBB-83D6227727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87231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2F136-9E53-CA53-B722-278176D43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E92C6-8B99-ED1A-2AF2-2A0CB573DB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52AB3-C35A-A2C9-8FCD-1CA94CA982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4E6553-7A59-A9F8-6BCC-2066185452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0759344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50B2A-909E-CD67-283B-1623CC45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BD1CD-0642-65E0-424C-C6CE78094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47347-B328-3A78-9D11-5F95C815E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1C13DA-304D-A048-FC40-887791AEB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02637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50C30-C290-82D9-0428-F53F1E2C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653BD8-B4A4-3A5A-0195-31B5FB8A1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8E89F-8820-4ED4-CC77-A95F45FB3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6F358-7A2B-5110-1349-AD24D072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432493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27A98-970D-2659-3DCA-59065CD2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AC76BE-DBAE-A194-A66C-9013DB59B8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F68F6-2627-202D-1AF5-12A042E9A2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CE9A2-2528-772B-3B7A-71FB1C3C2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9783669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B404D-0DAB-E7AF-3252-72F06153A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21B4DC-3636-1433-5869-D9E0552CBC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7D9329-D4D9-6FE5-FF89-770CB0378D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6A3D7-8139-572E-B633-8D449CBC88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83340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68B87-3766-0615-FE8C-B4C1E85D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45C6A7-C7FA-CE67-99CE-8DFA67DB2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57D58-0F51-ED01-2DFA-7C89EAF9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09026-2DAC-BA71-D757-155C72C34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937178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6F57-60A5-EBFC-B967-9CC1BF1A1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7D84F7-CD51-32C2-3A92-E41FD2734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6A36AB-316C-C7C0-225B-0832739E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D3F405-6C57-462C-D5DC-70A4D2EEEE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62267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C535F6-A5E1-CD2B-4BD4-E299FE462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30593-67D7-F1BD-F34F-7D0031CB80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B2A982-B08C-B651-91BB-E1CE20E5AB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83FBA-530B-F934-5DE5-18567F170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39912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1293-8391-6FB4-6C39-62CAE8718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9AAD5-432C-EB9B-8E27-FA23753AE4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EE443-11E1-2E29-C11D-D3137F2F9F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BBC67-599A-8111-D418-C35378E5F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08405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E2355-A596-78DA-A81E-ECF0A90B5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1BBB6B-CC23-82A6-B7D2-F8E6C429DC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16E7C0-53FD-D88C-6700-872834E48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27605-89AD-D75B-CB16-291AD3CA13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836698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946A-16F6-A986-95DA-F2BC6AF86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76966-D746-B1ED-6535-551CBCE14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511B7C-565B-44B8-AD3E-0EFAEAB2F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C3DF1-95C3-8E67-373E-E488E2B582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2242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07F0-4663-6341-EC20-4E08CDA0C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434610-858C-66D1-F64D-DE6B96FB6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2CB1F2-0601-F4E8-A45B-0E3322B4A0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539F79-29EA-D563-4847-86DC6923AB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5773965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A463C-9A63-55B4-0457-02A9A312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59A0B-1E12-B899-856F-4B62A06DA4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D4782-ADEF-8945-95D0-C4094AA4C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7A51-B7D2-9505-7AFB-0FC2568F71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3821218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46CD9-0DD3-C55B-82B5-36D4A2C8A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DCC3AC-401C-23D5-507E-C59DDF7EE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CA4F74-D619-7978-C9BB-573B73977C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4447DE-9315-E96C-92F5-5CBBBFDA60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1763775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622D0-D267-6F89-6C8D-6944B9B93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4DA8A0-8AAD-B2BB-4F62-EFFB40C33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9229D-B25C-C04C-6C86-FFDB6D1F5B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D35D58-980C-526F-CCB0-C4B593C3B2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002623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00252-D2F9-9D03-6A5B-ED5A58C6A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CBC6E-53C4-5801-CCBF-F7D0A45CE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8F103F-1ECE-8263-D4AD-5A56529B17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627A9-3CFE-C7E2-20A9-947671DA8D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3934095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94B2-FCB5-DD79-5E78-BA2E1D062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540C33-A6B4-AE8E-6078-3E7DA252CC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1431E6-C5B8-975A-8B40-6EE87731C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143289-9DDD-A445-8746-E771D71D5C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204285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B060-E64E-3893-3569-9EE4360C8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9BD32-0A65-7A54-4A41-42C6258100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5379F-4E71-5A0C-E802-60C888664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E1D95-DEE1-F647-DA5C-1C80D1AA5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580968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27CC9-BB7C-33EE-DFC3-4E8F9EE4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59B2CC-BAAF-2801-AE8E-9972DC3C1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E85E4-DC22-0F09-9CE8-15F71917B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33701-385F-642E-4423-E7A2B40FDF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289766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59127-84A4-6733-B840-16FF5452C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A8631-7E83-8680-04A2-2C458A7774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EE98C-BCA5-D1FC-BE12-DC05ECB45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84ED-BFEE-B879-9322-76C0540EA0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248058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C7BB2-B2AD-D1CF-1274-F0FE384FD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29FA4-269F-9DE5-E7BA-761D01627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88466D-1B90-F283-AC4A-BE8398C0C2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E730CD-B788-E6F9-22F6-0C2ED8955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2062372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BB48A-4B12-CCF6-1CB6-CA9C3D61B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DEB610-CA69-FFB5-357E-5CB9AE1B9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A5ED82-60FD-3E7C-EB4A-DDCC88D7A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A5ACD-06C4-4F1B-96B3-5FE781500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1485088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0654C-BB25-1EA4-CB78-FE726D2D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146F8-4480-AE0E-0D3E-FC5AD271A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96573-1D6D-6073-4B9E-E5F1133D1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87BA0C-CF3B-5B49-80F0-91D87E7603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081809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5A365-417D-8250-F2CC-52C0A5C5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712271-05F6-6734-F6BB-351277155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1C4D00-36AE-31F2-63B9-04D07B98A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DA01E-4D2D-0FE5-081C-B0DC43FE6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7815699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1E92D-5260-A40B-79AA-227D33AA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76FAC5-DB99-30F8-F33B-782B51A211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562544-3485-8C72-F0FD-1B1A7F48D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27621-CD0C-539F-0831-9DC001E019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918972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D0B20-0FE5-9D02-7D53-3FFDD175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3EFE34-A07D-3210-E79E-105973B03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25542-652D-B1F8-DF6F-3C90307DEC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435D4-A881-3483-42D3-77504D6CC8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800865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6C70F-B95F-D411-0E54-C311A2B1F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11A2C-0C7E-5C8B-960C-C2420D978F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CF5BD1-323A-5E42-7CF5-EA6B6F216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B7D5D6-CDD7-F452-0CF7-83D5F90A31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220863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05779-955F-01C5-0572-459758B86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37172-FB42-3B81-DA06-C1026D4522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35656D-D786-1870-3CDD-F44B8681B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56DC0B-188D-6EEF-B61D-8D1205692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50988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C2A35-557A-9C5E-00BF-A285DA6BD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84C2E7-B0E5-00B3-E5A1-F24C769F2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BA61B-B6E8-80FE-2366-B13ADE0B51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54DC9-A9E9-D82E-64FF-A229F561F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8763057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9F3AE-B152-08B2-A417-3F32A4EB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7B450E-27B1-8AE8-F442-299DC149FF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0B756-3EAB-8B8D-D627-BA526A0724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A2AAF-D27C-3B23-1E59-941E82DE8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32980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B43B-03A5-3320-A7F6-F9514209C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E75ADB-6E36-7ACD-A7D6-4DE5A84FB9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95379-8FDE-D532-791A-0415BDB23E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6DF23-75E1-9B93-6A5B-43E225605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26744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DE12-38D6-2560-DD41-832BB0800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45DEBC-494E-4880-C1C9-FA6CC351B4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16574-DA05-80F7-EA33-45D73EB2C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C220D-C9AE-FBF3-37C7-E9FF26C5B5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347957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5871E5-9C22-92B7-7B52-52F5294D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BD4D6-D3D9-9BDA-61F2-F180D57681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535D6-ACCB-0D55-CDD5-279593073B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60294B-AB08-FDE5-93BB-ABD10758D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7954142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6B0BC-9F8D-54EC-A06B-7C8887DE8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F6812-DEDC-C997-09FB-047680877E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5BA72-A6D5-6CFD-2CF0-7F5B011EE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364BD-B985-216A-CFAC-3E4D3C0940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0101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EEAEC-3FE4-6629-2146-FBD38B45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02A327-DC74-15B0-66C1-69ED9CEBFE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029C3-E2C8-0CD4-2C53-90243891C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541B1-8135-D903-53D6-5D5C83498C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985886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6DCB2-325C-A83B-D26A-C8800BC9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7E0B5-CD49-E46B-925D-8C34DB9C72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FAB5AF-D928-9677-6912-5FA748D4A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28FA24-1F18-1599-3093-6A68A063A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502850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38FF6-2222-BDDA-1AFA-45E5D029C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5DF721-DC9C-DDA2-3DAF-1930DDBC02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9D1B2-C1F0-C7A8-B0DD-548CA98FF2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93804-41DE-688E-257F-AC86C3ADE0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211758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4B86-C085-49C8-D7C5-FFDD703D9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E90F51-0AC8-6A41-67D5-96934F7736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762EF5-C258-6672-D730-FB95D0DC3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D757E-27AF-0A92-8D55-129C33CBE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408690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B55CA-2E83-2483-2225-EC40E0C5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66D35-5959-9408-379E-D2E3D14935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E789CA-A28C-F98F-1DBB-DF53977C84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19761-9E44-18FD-005E-44E5983010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7250245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BB545-7571-6AB5-B560-817A83A54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813E62-B4FC-0C20-E45D-5A271F4CF1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60BAA-41DD-6F70-ADD8-705CF7FEB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395CD-1651-BFD2-C867-48E875A5E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969743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7268-2B60-37BB-97F0-61D5D949F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88F03E-E81D-19BF-1C4E-27F567E493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BDBB3-280D-99AD-9434-59162CA35D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5E6F3-C13E-1FC1-6AD0-E9522EEDFE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236772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20D75-2A2A-28CA-6CE7-A32480B85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0D98B-64D1-4367-8A56-BBE2054DA0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C83E87-3BE3-D9A1-194C-87ECFB5D6E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A76314-9B45-CC94-0DC8-9EAFD8563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493730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0AF5A-0739-2650-588C-5F0714F40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B53BE0-1822-85DC-276A-769E8ED7D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7E9D54-0E75-E4EB-9744-FB1B664C7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B4007-70A6-2279-1062-55C434BF72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625616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78925-7E98-7B80-D22B-1587B1099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5C00EF-DB55-CBC3-DD61-E688880E1C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4C1539-9A9B-974F-99A1-52CBB5913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781781-9BE6-0827-543E-31E68E5DC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9744015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F08BD-BE2B-6E26-5EE7-F617A35B9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273E11-5F11-9DA2-7995-EC94BE428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021A-0D5C-A45F-0F8B-DEB197CFE7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D816-218A-8DC2-3695-4F021ECD9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26249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0B69-2C5B-AC87-C536-48A4CC601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DE346-866B-6992-6D79-55C44B717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62C8D-BADA-54FF-0442-62DF0AA64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794AD-4C2A-35F3-74D0-FFF18F9365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840287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D53E3-3100-3054-1C74-9902ECD00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0BEF7-9AA1-A0D5-B60F-F841026D00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BF951-C717-49AB-E754-84B2D4298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3BB5C3-67E6-BE5D-1C69-82CD5F5D7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860843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EACE2-C27D-419E-1AFA-643D6D77F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BC057F-96C0-DEA8-33D9-C545CCF7DF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083151-7EA2-2AED-74A7-4B22F12A9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2084C-D128-017C-79BC-6B38A149D7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184768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6EDDE-5438-456C-8E39-0A3A91258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1DC8CD-D45B-4D7E-06CE-942D5F371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304164-3AF5-1A90-1F7D-5BC4B09C2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21702-70F4-85AE-6681-774F157E2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1662752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FF957-49BB-BBB1-40C1-C86E2054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CB36C-90FE-F1F3-4964-6EF3297A17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AB7666-4E8D-7E52-5C76-0CBB00FF1E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4689F-00E8-B2AE-61A6-7B717FA37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289198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A86D5-01A5-DC99-2B0C-3BA53908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0BE8E4-11A6-91E6-E3B6-0B34E8211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C4075-A826-24A7-397C-034669A24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3919AF-7F42-C2B4-9F9C-773B6D626E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46324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A424-BFD6-2E95-090A-80B94B004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90970-7F77-2234-A5DE-1C0AB859B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0002D-7D37-B403-8A21-DC36BE3C2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9846A-D3C7-5A03-CEDC-3981947219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488444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29083-1541-E175-36E2-DE6F97476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B6124-5137-C333-6AFF-43BDFABFDD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283524-632F-CE1C-2EAE-2AEC7AA59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C3623-E576-74D7-7E3F-A2F47C1A6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2510573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B9CF7-DD17-1A0D-2202-42F187E75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84B3F-D7B1-0E6E-957B-A61AA920FC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AE3D7-0275-12F4-7F8B-AF3F219DDD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7864C-919F-04AD-4A7D-CCBD6ACB2B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444162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96C30-037A-CBBC-6774-8505AD411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DFA3CA-9C33-ABDB-C655-79DBBDAE0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61C89-FB46-18E9-5943-DF1C9C07D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7A2AF-4278-6A8F-7E03-B442EC5AF7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451863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D8BC7-BBDD-EDAD-BD9C-1F224BE52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4EACAB-8CD2-0724-1C84-D2091244CE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7D457F-3EE0-04D5-FC34-8C2A13F7B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C9E0C-5BA5-8D6A-03FF-DCAFC18C6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9579486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3577E-F0BF-D3A9-BFD5-E66834200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17CE7E-8EDE-261F-39D7-0D0A574B8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FD9863-4BC9-B9EA-AC0F-941EFCBF1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D8FD8-0E92-BC70-C8FC-D94A230038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132788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F3CCC-E460-E018-8DCC-748429418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F78F1C-3504-A7F1-06B6-88724633B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47E520-5851-DA5A-1124-CEF707D32E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54CF5-305E-25CA-ACF8-87D65F2F3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128576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74B9-FFAB-CCBF-70A5-9730431776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5767E-5559-5665-8D3D-AD5D823568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1F976C-10BB-872C-110C-7E59FEE24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60F3-4070-D03A-F339-68D97686B5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780558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2595E-CAED-C6F0-4EDB-4E3EF89DF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3D09B3-25DA-D484-4328-74C50323C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12FB04-C457-19BC-DBD3-FB851203F2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pie10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A57808-779E-AC3C-58C8-8AF945AFF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D38FB7-4F86-5145-9B5C-68FC63B3C549}" type="slidenum">
              <a:rPr lang="en-GB" smtClean="0"/>
              <a:t>164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9181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EC228-93B5-F607-6D43-C435BABFD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D8EA64-3FA7-9DC5-1FD8-6DEEAFF34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D73A0-16F5-C591-0763-976A111E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50CF6-0FE4-385F-2212-DB2C7E006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D5314-567B-50CD-49B4-BFCFDE41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0644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6F97B-F7D7-122E-8638-A860172FD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EDE7-7331-AC79-A42C-F6DD65CDA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A7008-FC4F-13EB-50DA-53040CCB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FE3862-D41F-616E-3CCC-BAD84FB50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2C1F8-30D0-EE20-DC36-E0332F3C8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291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69B4F-0417-3AD4-39A2-A9B06C01F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533BB-4CFE-5DD8-D473-EC6011A9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6ABE6-C06C-0780-66EA-CA795E2F6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1EDBD3-1214-8D98-C945-43AB2B0B8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C71DD4-AA67-28AB-4C46-20C4E9BA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8918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93DCE-A508-CA75-D30A-E736F8C13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9A637A-20C6-E462-DF60-23612D8AF5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B2972-9BCB-321C-9138-BD2B4C09E1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7313F-0C8D-9EA4-5FA2-BB2FB2756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FB0C9-9EEB-0845-0A39-5A3D38B8B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C7EC0A-7486-2E93-CEBB-7BAD15FE9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0794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729EF-646F-7ED4-BF12-FC0735E0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C7C8F-12D8-FB59-0FE6-32CAD8D181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499AE-FDAD-EA22-AECA-2BC74FD6B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C54A78-F676-71F8-769D-5DEFB44EF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F93373-B0EE-4B83-59D8-87BBD756C0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730FDC-D8B7-2229-F188-0DC85707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57E722-388C-E423-3E6B-122816D8F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143B0-56D4-0500-61C1-CC9207F9A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5838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3592E-9895-0306-FD85-F01EDABB6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82CC91-8B8D-E627-63B0-EA78CF1F3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8FF15-D74F-D3F3-716E-8C89A521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D7D57-68D5-9BB6-33B2-0B6034C1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9243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DB1D7C-65A6-791E-9159-C6E1C50EB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EC24D5-80BD-1F2B-CD2B-474B0A056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2722B-453C-7D9A-FF31-F5B17F51B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2264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AA837-663B-2FF8-F99B-7E4CD56A5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3E219-2EF4-DECC-EB4B-C73B4A1B6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D07C1-3885-4C8F-D125-4A9951531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214D86-E2A6-6ABF-4BF8-62C394557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09F5C-79E1-C361-3009-AB772003C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151DD-EE2F-43E3-A6E9-4EF5029F0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15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F59F-F213-7AEF-C50F-D40B4D710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B701B7-EA3E-B516-637A-5303229648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738835-7F0B-4F52-6CAB-EBAAE7840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98B83-6F16-4168-5A53-0717F75B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220DE-D245-EDBE-D3F4-BF940E463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91FA9-43F6-979E-DD4E-98281A35A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3226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DE232-46A1-36CB-6304-2BD9D6B1F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1CA11-DC6F-FBF5-E8A0-46DFC358A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BAA42-CC4D-9BDA-90CD-1B26941E1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1D6E3-0D75-D392-DF61-2BC391A51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DDD90-1570-7934-D84B-149B0E01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5068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2CC57-6C56-33D1-F008-DA1490253B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977CF7-1DAE-0C91-C8DA-5A92B54D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EF9C8-6A18-E7DF-02F5-B254C2FF3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9D448-4FB6-61AC-D0F4-8D28ED7BB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79C92-D997-B56E-4479-820EDA13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00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7B75A-E34E-C3D4-DAED-954DBED63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2735E-65D5-70DA-7186-A1E286619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B6776-0071-F6EE-6423-C424723D0B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7E02A-A3A4-D04D-BB05-2368EF5C92F6}" type="datetimeFigureOut">
              <a:rPr lang="en-GB" smtClean="0"/>
              <a:t>18/06/2026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6AD1DA-1928-19C0-7385-6FBF5B5EB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EC8FE-CCB4-46A2-423A-C4A455F28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B25A2-3C0B-E245-B1B8-E73EA0B928A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59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7.xml"/></Relationships>
</file>

<file path=ppt/slides/_rels/slide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7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7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7.xml"/></Relationships>
</file>

<file path=ppt/slides/_rels/slide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7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7.xml"/></Relationships>
</file>

<file path=ppt/slides/_rels/slide1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7.xml"/></Relationships>
</file>

<file path=ppt/slides/_rels/slide1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7.xml"/></Relationships>
</file>

<file path=ppt/slides/_rels/slide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7.xml"/></Relationships>
</file>

<file path=ppt/slides/_rels/slide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7.xml"/></Relationships>
</file>

<file path=ppt/slides/_rels/slide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7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7.xml"/></Relationships>
</file>

<file path=ppt/slides/_rels/slide1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7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7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7.xml"/></Relationships>
</file>

<file path=ppt/slides/_rels/slide1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7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7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7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7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7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7.xml"/></Relationships>
</file>

<file path=ppt/slides/_rels/slide1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DD9E02C-2DAC-9B55-518B-D271D6130C6B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</a:t>
            </a:r>
            <a:r>
              <a:rPr lang="en-GB" b="1" dirty="0"/>
              <a:t>B</a:t>
            </a:r>
            <a:r>
              <a:rPr lang="en-GB" dirty="0"/>
              <a:t> of the longest bar (</a:t>
            </a:r>
            <a:r>
              <a:rPr lang="en-GB" b="1" dirty="0"/>
              <a:t>E</a:t>
            </a:r>
            <a:r>
              <a:rPr lang="en-GB" dirty="0"/>
              <a:t>)?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930A24-AD48-11BB-9FEF-582A96A8A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278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3C89FC-BAB2-DE4F-A58B-07A4076552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0C7E939-5832-BCDE-0052-E4644C3F265C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</a:t>
            </a:r>
            <a:r>
              <a:rPr lang="en-GB" b="1" dirty="0"/>
              <a:t>C</a:t>
            </a:r>
            <a:r>
              <a:rPr lang="en-GB" dirty="0"/>
              <a:t> of the largest segment (</a:t>
            </a:r>
            <a:r>
              <a:rPr lang="en-GB" b="1" dirty="0"/>
              <a:t>E</a:t>
            </a:r>
            <a:r>
              <a:rPr lang="en-GB" dirty="0"/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947939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19DDA4-AEED-C5CC-BBD9-61765724E22C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34374-4704-4D7C-5AB5-729B9AB79B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413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6424C-BAA2-A323-E920-484161138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2751A1-68B4-5D42-B4E4-B898CD1797AE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1BEF4D-6496-59F0-01D0-018635AF1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656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3CF5A-59FC-382A-25D1-5CDE1205B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02152A-7167-4C4F-C9E5-617DBB017C3B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4B64B0-0453-B4C4-246C-E7E9796CDA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70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9946C-EFBB-19BD-0CC4-54A261AC0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4B4085-8F96-D4DF-52A5-66AD9E2DC150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BCE7BF-E6DD-7AD3-F7C2-5F833541D1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68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F9B8C-6180-E837-764E-0976D30C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DA17AAD-5F7A-1023-A99D-E826B29FE983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7890EA-34AD-FEA5-3240-DC32486324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731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FCF00-28EB-C84C-F363-47BFBC6D1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C58073-837C-FA9F-E79C-350E279C9BE2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BC3485-8AFB-FD34-C736-4181CDE8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137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2B872-D24F-E68F-E6AC-3C22EB9EB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77019-D4CE-5006-0B07-5CA8B6293F6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DD07F9-1BB9-D1A0-F57D-6B0F26B07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162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BD3A-E5D2-0C06-1F00-D9918DAA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A6CF58-40E3-08D4-7D3A-4A7A94FCAB36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E9EBBF-8E4C-BBAA-9CA9-5318A0136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79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1B3065-18FB-B430-3BB2-C346CB961D14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9563DD-455C-75B4-7F92-8ABB9F815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1689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152DF-9FF4-E4DC-7655-CD545C29F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A2BBF5D-C502-C2F0-AD3E-FC1A6C3C8EB4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D47093-F094-4302-13F2-B9E5BA65EB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696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0935-6A01-5884-B4AF-9018AD330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9C457B-07D9-E1F3-D187-3F0DB18C16AF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D90F7D-B474-9653-EB97-AE4D5C3F6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82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C7631-E56D-BF18-410C-706F6FE6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2DCD1C-47B1-8F8A-CDCA-9CDC89F59FF3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D876C-55E5-B0A1-BCF3-4B428A7C28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19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6A6B0-418A-7136-08BE-0570BA3ADE5E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largest segment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915F78-3754-E919-6316-C734C1B38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27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7DBC6-AC6C-F5C7-C6DB-EFD799A9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F08C82-487C-10E7-9B97-E2DF8CDF609C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A0CF3-9FC8-E999-934C-06777AA60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872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FB4-76CC-594F-04E8-6D6947CE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B8C79C-5F66-D06B-0019-9640A1049603}"/>
              </a:ext>
            </a:extLst>
          </p:cNvPr>
          <p:cNvSpPr txBox="1"/>
          <p:nvPr/>
        </p:nvSpPr>
        <p:spPr>
          <a:xfrm>
            <a:off x="3025421" y="951468"/>
            <a:ext cx="6141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DA7A6C-D12B-3E11-4BAB-82AB8377D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3128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F0266-EF33-2A22-9478-EBBC980BB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812F9C-2BFE-0630-777C-64B26F3FC66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largest segment </a:t>
            </a:r>
            <a:r>
              <a:rPr lang="en-GB" b="1" dirty="0"/>
              <a:t>(C)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E0B41-CF51-94EC-DD16-419961068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8932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39294D-ACFA-D573-14D7-E01EB0C12C7B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6F7FB5-F4A5-8B28-42A2-DB7A2CF99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586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FFC31-C60D-1EFF-34EA-60DD4A3CF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CAE5AB-9F04-C773-65D7-63445D6078FC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54AD76-CBD5-1B90-BAB8-96BC8A396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8522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90E6A-18F8-A4E5-96AA-B5929D1B9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AA6D30-C8BC-49EA-0120-47ECC92E7109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DD2750-03E7-CD57-1CA2-C46E9C86DA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0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2069C-8167-4B17-4B44-FC7B5B000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120041-E5DC-D3C8-8EF0-2790A8C08C73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18549F-1F44-AB9D-7A4C-314BD328F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391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9E9488-CFDD-48D7-F0F3-21749279CE9A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9A5D22-E0EB-F7AB-2FC3-88B6FD7A17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075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85479-7938-3879-9133-5453B544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EE74AE-237F-857A-5CA1-01EEF7A0D88C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DFC1F-2343-707B-FA46-A1A0ECB46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581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8AF88-645A-FBF1-B158-2E41D9790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D8524F-0A90-4B3B-DC66-47D2F9E35BE5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2E3808-B898-2EF2-074F-34D8391B6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000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25A0D-852B-D9F6-A647-82A11C34C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1F897-9781-5BD9-E535-5C464165A83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EC2B3E-883D-CFFE-4690-8BC4F757B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6084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AA23256-BB3F-EA34-6ACE-B9F363EB3811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3EBD5F-39F1-5F1A-6642-158BBE7F0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984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B6619-DC35-3F64-4201-4C36106F8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8E4283-CE05-2BC3-DF7D-7B2D9ADB68DC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52E77-DF8C-EEC6-945E-F1931531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8004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78995-1CFB-D8FF-E14C-75FC12D77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59C357-F96A-8FF9-61CE-717D649AA354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E37AB1-DA4E-4445-80DC-6AB9819A0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24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3B48-63A2-EBEB-907B-6F0F50DB2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4307A3-89EB-6A37-4531-8415DAD7FE05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F0EBA-534B-90F1-A153-A6675542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0586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F249C9-3A73-C189-87D2-C0DF4368E776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4AC17F-BA3F-1574-514A-9E16C0F4E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8056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3166F-0E21-528A-5FB7-C5CE4123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30A0228-0067-A003-7F26-C146DB6E3FD3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A44114-4698-D54A-DE93-86FE86770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386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77B26-899E-780F-A5A4-2B51A94A3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F1185A-4D9D-8F0D-1CC7-9E1FE789B1D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CB526-CE9C-D099-11FF-607304020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9017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72174-ECAC-375C-708A-EEF22F643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294927-6CFC-6118-E518-368C08810E39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DB74D-7081-A951-45BA-138D9FDA1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1100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A6607C-386C-4EF9-2DF2-FDE7320F9226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DA9806-BCD8-7DB8-0F9D-18F3984A7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761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1A6CD-5FCB-29D1-3DFF-61C3DC058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A2048D-6144-548E-5433-27834AF081F0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0DAE2-3A8C-47FF-241E-7CC02B111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850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949E-F04C-5444-EC45-C7A651E7E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EB6592-43D6-D9DD-97DD-F53BD0F11E8D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5A7CBA-CE1E-FE78-1CE7-6375B99C7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8749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1F3E-0FA9-EF5C-EA00-5A54D057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EFB241-93C2-9F74-739E-38DA86A4A445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458C33-8A19-EE13-A6FA-1F1F35CD9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063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60CA43-C7FA-7414-2CD8-EC84C9C6A4C4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0E2E8D-B633-7307-9A66-463C6259E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434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9AE01-33E0-DD3F-9F6B-DB4D49EF5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505269-28E0-9838-7D9E-CE03FF7AB619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E422A2-C777-5936-7A4E-EFF58040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6956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D113C-25B2-E74A-712F-185175C34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CE33EA8-7C2D-52A6-FA9C-48B24A22DBCC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E5A9A-D3A3-5A24-5DA4-3DFAC10F7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51066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AF6D6-EBD5-9E6A-AA91-BCEB4C971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BB8598-94DA-03E8-B11D-57551BB16675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(E)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ADA999-3ADD-7CAA-3473-548A87531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3934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F49A51-EEE4-859A-99F7-F7AC9951577F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D0EB9-4E06-9D44-EE79-2E2100A18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3826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C9E6-770D-13CB-31C7-DA6D9AA58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340522-A9B1-B37E-3797-941A6D03EB77}"/>
              </a:ext>
            </a:extLst>
          </p:cNvPr>
          <p:cNvSpPr txBox="1"/>
          <p:nvPr/>
        </p:nvSpPr>
        <p:spPr>
          <a:xfrm>
            <a:off x="3556000" y="951468"/>
            <a:ext cx="5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F2C07-FC9C-5223-E20B-E93264DF1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146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4EDB4-3FD2-7F4E-A3F0-CA6025A2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D22587-4A6C-D0C2-E80C-B135DFB3BA2B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3B7EA7-C8C4-D560-B976-24E5417F5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676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BB395-F420-7CDF-8A65-ACB2AFF67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D2DAB32-0C26-A2A3-169F-4DD5A5C2E83C}"/>
              </a:ext>
            </a:extLst>
          </p:cNvPr>
          <p:cNvSpPr txBox="1"/>
          <p:nvPr/>
        </p:nvSpPr>
        <p:spPr>
          <a:xfrm>
            <a:off x="3606800" y="951468"/>
            <a:ext cx="497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D6168-621E-95F4-A5AA-835ECFFF5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666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8D047A-F015-BA3F-C2DC-FB6655BA5495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97F11-AF01-1E2F-1EF3-93F305DC3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4417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212C-9764-BC78-43F4-ADA7F4114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4F5F60-B344-5440-AE94-FC04484DAC96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E944CD-5ACF-897E-AE22-A7A9B92D8E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3312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B5F21-55BF-C6E4-68C2-6A9714094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4060839-CC8D-40C1-D3A7-CF9DF6B0479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AD71FF-50DC-6527-2DB6-B6711399A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8800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3B42-D89D-E6AA-74B8-5C2FB73A9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3769AA-2D2E-5182-C373-A1396D1CEDB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1320E0-6BA7-877E-F01A-795CDE335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4306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0AD3DB0-35EC-CB0E-D1D1-1E3A7E5221AB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4ACE9-ACC9-31D1-A10E-B30600B096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183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A3480-4A63-2329-2879-6BE06E79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0947BEC-8120-19D2-D385-097F8389C169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B3767-7DF0-09E5-A75E-892AA6898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2947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A4DB2-1832-E731-28B6-5B2AE376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32336-2A20-7823-15BF-FFFA2F22992F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967F8-C2CA-59D5-C04A-BCA917C0E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2909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FF44D-D0E6-3D77-DC7D-AD54B4BAF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C3B6904-106D-031C-050D-805900674B49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F9EFD-1D13-F09B-5CD3-39E52233A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06225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66A816-BDE7-1FE6-FE84-E77996533ACD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largest segment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0D82B7-B828-2CE6-7AF4-0BB2BC89C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39768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CF8F-0EBC-0BEF-138E-5A1F62B92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872E0B-65DC-6111-50AC-FF331ABBEC44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C0F887-E0E3-281F-8ABE-B9600A00E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0873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F111-2C3F-30CD-F3A7-B37BC465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30D29B5-B355-32C9-75E7-3EF1085E4883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904D2B-203C-060F-3F6B-188B443FF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7480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942AD-36BC-B46E-5A7E-5265CFA98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C0A213-4FEB-AB0A-659D-33C629EF0019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largest segment </a:t>
            </a:r>
            <a:r>
              <a:rPr lang="en-GB" b="1" dirty="0"/>
              <a:t>(B)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D85DCB-C998-8F9D-3879-FD260141E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01670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FF5FB83-0AB9-4180-1E19-B34E4E4768E4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ABBB2-711C-C4E4-3BF2-E7C206FF7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598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EBFB7-35D7-E82E-4599-23780708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021A8B-6816-B6F0-0B5F-4199F92063EA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F7233-F08A-A01D-3277-255108949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96857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3F54A-62E1-8849-E5CF-4A5E9728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A322A7-A333-1145-4E38-88C7CB4B5D17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A18550-389D-E97C-5200-333A5199B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246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AFEF4-23AB-F782-0A25-A780A9DD5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7916599-93DC-E575-456C-4E61B06265C7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555D3-ABC2-C52C-8352-99638DC1A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64833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9504EDA-8EBA-1432-9385-AF597AB4B361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94926-4B4B-8986-FFBD-82E40CB44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39321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3AB27-F843-7A66-D194-5711AF5A5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641C6A-F605-25EA-B5D4-1DC35CB79307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42CD4A-6CEE-5860-0465-B964A2E75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19996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480DA-C18A-958A-E3E6-525271F3D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22DC67-8A2E-4AF1-0DC7-731875F4112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2871B7-E692-E151-B6D8-2AA9ABD3E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2288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FDCB-CD10-4277-AF28-FD83EC432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AAD2E30-CF40-1A17-08E5-88FB08BC2ECD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largest segment </a:t>
            </a:r>
            <a:r>
              <a:rPr lang="en-GB" b="1" dirty="0"/>
              <a:t>(A)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4CF415-1531-EFD0-6440-51EA9EFC3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215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505868-E601-25C2-69DF-478EC64CBEFA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0A2E26-EED6-8C3B-47F2-C7704276C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6280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FD573-9C90-CB32-1610-C93705D22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D7663D-1679-3F78-1888-4159A071D974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B932B-1330-E5BE-9675-06E22DA9A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90902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8086D-D978-9DE6-D647-739E6242E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B05BC9-8F70-A23E-D118-A5C8A907BB01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3F87A0-3588-C7A7-F731-C0C007EB1E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7737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F58E-F222-F9B4-5767-00A910D21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541735-B7D7-C650-53E4-C06AFBD175CE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5B76E5-D321-DB48-EB18-FAE4877213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59314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A9F9C7-C4C7-D5AA-FE7E-E4602DE18EC6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96271-B2AF-8C0A-0E3D-3A3707949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8178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F6D9C-C281-4B69-F8A6-67E391738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961A9B-C3FB-41C8-D7E1-1EBD210F3823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4DC3B-401D-7A62-1A14-263644A0B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55349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F1F75-1EEE-F40A-2EE6-4EA02CBCF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D595B2-78C7-3AF2-130C-29FE080901CD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8914A0-0191-2B0C-87A7-1D63FA630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37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5E799-BBD4-52DC-B158-E4D6A46BA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13DC88-D453-E78F-97ED-19932E174AA4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46ED68-F26C-8FD6-EDF6-048F151F19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13951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B1D9EC-BFEA-BEA6-BEDE-5329084F7273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39DAC6-D1A1-2C10-D1C6-4D9E29300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24549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B05A-0F12-1B20-EA18-845F0C470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7892324-756C-97D6-B280-83093A02E3E3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5527D-2033-0394-C8B9-D96561A2E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0515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761BE-FD1B-AA6B-2B35-DF39C9B84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319BDF1-073D-D4CA-6DF7-AE9F1B2C420A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F2D4BA-E000-AA80-353A-F75FC2CBF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57560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C1F53F-CBB4-72D3-7168-662E02833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27EED9-5E64-8BC1-7A1A-6BC2A018BCFC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longest bar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E1F3E9-E993-0E56-EB9B-99ECC1001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253566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BE51C1-B400-FFF1-5AF3-34431912DD68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A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EDCF66-980A-B176-FA78-7B00488AB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522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3FE8-A0A8-F28D-A4C2-A8A68495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114496D-EAD9-0720-CC6A-8688DE43F1A6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B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C9E8E1-1394-34C7-8C3E-B2BB71B1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75686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E9598-746F-9F93-5579-DFEF90FC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71D0B5-AB93-49D6-5E2B-929721B8937B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C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0AAE8C-94EF-575D-CF18-F2824CB06B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09209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9AB2C-ABFF-E709-AC83-3503C9D3A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8C9F3D-4C07-306C-BB6E-8FC8BE945146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percentage is segment </a:t>
            </a:r>
            <a:r>
              <a:rPr lang="en-GB" b="1" dirty="0"/>
              <a:t>E </a:t>
            </a:r>
            <a:r>
              <a:rPr lang="en-GB" dirty="0"/>
              <a:t>of the largest segment </a:t>
            </a:r>
            <a:r>
              <a:rPr lang="en-GB" b="1" dirty="0"/>
              <a:t>(D)</a:t>
            </a:r>
            <a:r>
              <a:rPr lang="en-GB" dirty="0"/>
              <a:t>?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B202A-B8A5-198B-C1FA-7630DBD68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1339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7CD2A-374F-AC67-45B6-E0CA1576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1B2ED9B-AB2C-A3CB-D53E-3F6031EB41FA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E9CC59-D844-BB57-6BCE-2EBEBB6A3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201860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6264D-B347-F1D0-86B9-E9154E90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B24EC4-614F-84C3-EECA-6172AD451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FD658E-6BAF-8B39-E284-C0909846CCEE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</p:spTree>
    <p:extLst>
      <p:ext uri="{BB962C8B-B14F-4D97-AF65-F5344CB8AC3E}">
        <p14:creationId xmlns:p14="http://schemas.microsoft.com/office/powerpoint/2010/main" val="5659623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41386-5802-FDE4-A610-936EE9241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48AE4D-2901-2B0F-76B1-1E1A9A62E02E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246CD-2493-19B6-7AF8-7F8753BED2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737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EDAAE-1FFE-E3CE-9AE2-3147B50A0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0AD735-6FED-7E29-5A2D-ACA9586F2AA1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C06710-40A7-5358-9455-E2F238239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37964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0C719-79A4-A93D-A3AF-C7751D88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9FEF5B0-4100-7C9F-7101-C15E4ED93ACD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448E26-3CE5-0A12-7AAA-15164E7DB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6183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8130A-0899-383F-03E1-E160D62F1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204B80-5CEC-45B7-1160-A06547D5B0AB}"/>
              </a:ext>
            </a:extLst>
          </p:cNvPr>
          <p:cNvSpPr txBox="1"/>
          <p:nvPr/>
        </p:nvSpPr>
        <p:spPr>
          <a:xfrm>
            <a:off x="2923822" y="951468"/>
            <a:ext cx="6344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651BFC-FE73-A857-7443-F8C2E01E65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23380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BD2C5-457E-4035-B1DB-006B59638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24E94F2-B50C-7F4C-78FC-ADCA500FE751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whole pie chart?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8E153F-6E4A-8A2D-A833-A5A49092E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160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8CCBF-0FE9-DE82-E434-54ED3A0BC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6E899E3-D065-8423-81E1-EB201DF6295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9D2B2F1-4697-0AEF-A1E0-30E072D19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5970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1822E-5773-06B7-F669-B342B0D3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5D4FDF-3171-6AB2-D6EA-8E20F8F52C0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07CF29-06E3-9207-1E3A-A1094D6BC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42325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D4A0-05AC-89B1-3663-BBC22A710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24F6F7-4E9B-71FD-3851-C37A4287EE54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F89664-054B-BE68-CFEE-8D186D5F8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6307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6542D-5110-9CF8-5F7A-2B5253F44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C8526B2-7BDF-9017-3AFC-A40BAADA8BCA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09AE73-0B26-997F-10DC-A5438616D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7947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259AB-4D52-5C6E-4EC3-F4417AF27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D4DAD8-6203-CA71-04DD-44BAE47B4D68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139816-5730-BAF9-CF2D-4E66CDA70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77871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0129A-11E8-2011-6704-6685F44FA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1DA711-96AD-1840-92CA-50F36B91D875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26D84D-916D-EFA3-7131-EEC478369B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47617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3C80B-B3AB-B70C-AD57-BC64840C1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B64F22D-FF30-3C1B-6ACA-01F21F6D514B}"/>
              </a:ext>
            </a:extLst>
          </p:cNvPr>
          <p:cNvSpPr txBox="1"/>
          <p:nvPr/>
        </p:nvSpPr>
        <p:spPr>
          <a:xfrm>
            <a:off x="3448755" y="951468"/>
            <a:ext cx="5294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F5876F-CCF1-FAA9-AA38-B2725E3C3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7834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2337-70B4-E8FB-8B6E-AC3C05F94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EA58949-9E86-387F-4EF1-90F4E7ED1849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7C26E8-C980-421C-2D39-583136CA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09310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08057-201F-4EA3-7193-7C4DA78F7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4EFBCE9-A773-9451-F643-494FFB5719A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0E1B6A-1A89-3C79-F5BB-3D818CAB0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01928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BED2-2228-3BBA-D6B4-0EB361EA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402F43D-AB05-2584-0242-C0B5E5C3518C}"/>
              </a:ext>
            </a:extLst>
          </p:cNvPr>
          <p:cNvSpPr txBox="1"/>
          <p:nvPr/>
        </p:nvSpPr>
        <p:spPr>
          <a:xfrm>
            <a:off x="3025421" y="951468"/>
            <a:ext cx="6141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5D4059-F1EA-DFFF-4D7B-1F90E4E2B0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6636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F8B37-BA50-84B2-007C-E800E781E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3F3C05-8121-DDC9-B249-C5244A0C14D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7C076-8E0F-F340-7486-5164CE9A4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9793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F802A-1AC0-5E6C-2B5B-58F1898C6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FE821F1-C614-3663-8CC6-92251F153F66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E47EF8-9F1F-74F4-8A68-0FEF9FD9D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80851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B4D1A-E91B-8626-9CCD-4ADDD0BAD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0568E1-446B-71E6-492E-74DB7D473748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99EF98-AB25-BFFD-5B15-AFF8AF7FD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5995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3F3A58-1C86-5643-2009-5875A8655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C2298B-A2F3-0F42-2F30-DC4B307BBFAC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37B04-31C2-4E11-7882-166E08BB4A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96786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CE0EF-662B-C85B-0BBE-55A35B724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744BB8-7F95-F654-7E26-F521252F09E3}"/>
              </a:ext>
            </a:extLst>
          </p:cNvPr>
          <p:cNvSpPr txBox="1"/>
          <p:nvPr/>
        </p:nvSpPr>
        <p:spPr>
          <a:xfrm>
            <a:off x="3488266" y="951468"/>
            <a:ext cx="5215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457F5-1710-F7B3-EA6B-D9464317C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7077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370E6-C1F7-92E2-D0D2-C060165FD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8E991FD-7772-783B-A9B7-770D495F0880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6BB1A5-1BDA-7A1A-33C2-F401CE439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86082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68DE-E678-E9B0-86F1-0C33062BA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640B1D-314E-D2DC-9DAD-15D8AD4D3CD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B9CD1-9BF5-5719-4DAD-8F42C7AC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62260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49937-74E5-2AFB-DD5B-364D31CD4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57F7D2F-8390-BF5A-5C9B-E0DA30A4AD41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D3FB3F-2765-24CE-FE2A-2B5F6D895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94858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6491-151A-8105-931B-2131268D7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887DBB-886B-AAF4-F6CF-A773BAF8EAE4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96B2DB-350D-49EF-8C1A-F5B5A4FF4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90956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6C4BD-73BA-9615-5E5F-3E1BA88E9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E73292-F423-5E2D-FDB1-1AAE5BC81E55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515810-6934-97B1-EF35-6485ED4D0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59920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9FB49-11E4-BCD2-68F9-E160ED133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F36705F-32DF-4584-09B8-CFC8A0284BAB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D0383F-8E66-66EA-F7D3-3442C83ED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2052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04D7-174F-3AE7-5ADC-B28FDCA62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79F311-34CA-4829-6CD6-8716F824347E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16BBD-CE7A-0C52-3D51-2F9E0CD96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173873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6B801-F844-3548-5F7B-3B7513271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5A8678B-9F9A-B4D9-E169-AAF51405224C}"/>
              </a:ext>
            </a:extLst>
          </p:cNvPr>
          <p:cNvSpPr txBox="1"/>
          <p:nvPr/>
        </p:nvSpPr>
        <p:spPr>
          <a:xfrm>
            <a:off x="3516489" y="951468"/>
            <a:ext cx="51590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53F46-7EC7-DBA8-7AF5-47A1EE8EC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2156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8E3A5-BE72-2AB8-6131-05A76B82E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28710F-F9D4-C893-4645-C5463E8814A6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A6BDE7-6729-4740-33E9-C50E691ED1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50889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FAC87-8B92-DEC5-A6B1-1BA95C3C5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433960-D962-2F08-E777-F87570BACFA3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3B3564-D249-D4BB-5D5A-B4EA47FF4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11934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4DBD-54A6-3BE0-F618-720BC0F9B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B1E17AF-4846-9ECC-9796-C6FD4B9C2BCE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182FD0-135E-CDCD-469D-66FC3CE48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267821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0B6C-8CC7-4413-490E-92C93EB3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EF3240-E73B-C491-5C6A-ABE5305D0540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996C30-0E9C-EDE4-CFB5-A0C50AF30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83079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67FA1-D684-1FDC-56B7-FDF15AD14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87FF45-976C-40FD-9763-D7D94D7B0DC3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899A7-78E6-89D0-6F7A-4CB171DA8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4912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4391-040F-35B8-1C76-503BD4B3D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16B8987-C323-29DC-D676-A8921E8E0770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CAAD07-F439-55F0-EB8E-4FEAF03F9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16965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5E0F5-8505-5EDA-6728-689F50603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92F6578-6F06-AB89-3F78-A30ACCD1A8A8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E3403-268D-B4E7-0F87-BBF21E7D94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22593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962E1-A1F7-4DC6-8292-2AD04DBD3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88DA0A-C898-AFBA-455A-CC4AFD270FF3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62BD1B-75AF-9D31-E966-EBFED36A9C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16248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16629-3557-7D96-51AF-D5244B14A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B6EBE2-DA2E-23A0-4F1F-5EFC732C8317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70E8B8-DF0F-5ED3-0F66-4366E8A19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2364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E35E4-0763-69EA-3331-C40DEF8560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8C6362-FC9C-9D09-0AA7-D8397861B782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FC3BA-16E0-CE09-2228-11BBA4222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88296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ACFDF-F31F-7386-461E-35C53C734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8D3C2A-CF52-4CC6-8AA0-83C2658EA642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907D43-E8CB-5CBE-A7BD-D4D259761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31637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AC128-1BBB-3DEF-0EB7-D6C7F3BD5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190BE7-3DA2-ECD7-4F11-D09D01DEEAEA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A16345-BA30-FB3A-8E6B-DD955AEB7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981603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DCA7E-7AF7-928E-19F7-19434827E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CEF715-CF01-0A82-A711-767840717CAB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7859A3-3BE9-FAD5-D1C9-1D90546CE3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2676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CADE9-C9DC-EFD5-F894-2A008C1A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41D8E71-6B5A-07C2-6F42-ABB22942E6BE}"/>
              </a:ext>
            </a:extLst>
          </p:cNvPr>
          <p:cNvSpPr txBox="1"/>
          <p:nvPr/>
        </p:nvSpPr>
        <p:spPr>
          <a:xfrm>
            <a:off x="3556000" y="951468"/>
            <a:ext cx="508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69304C-BD1B-5F30-DD6F-BF2359CD8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64462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885A8-38ED-4F17-E392-E6532CCA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C37E85C-F00C-AD3F-9DD4-1CA688CA29CE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3FB6C-2E98-4A82-9B76-47D53E64B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18826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03BC8-8E77-EA31-EEE4-73148740D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184E9A-AB28-04C2-30BC-23891B02B140}"/>
              </a:ext>
            </a:extLst>
          </p:cNvPr>
          <p:cNvSpPr txBox="1"/>
          <p:nvPr/>
        </p:nvSpPr>
        <p:spPr>
          <a:xfrm>
            <a:off x="3606800" y="951468"/>
            <a:ext cx="497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660DF-8E16-8B08-C743-86EFF5C7A9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17434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06F9-2B7D-646F-AD9F-EAF11290B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2093C5-A13E-1035-A0CD-29B4B21DE152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5056AF-47FE-F635-1DF5-B45B0C468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62456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BC3FE-B9F3-1041-84F8-4F17FA96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D09BE2-B274-1B5F-2B20-6F95A091F097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A016E-DBA9-860B-D573-B415CB944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865201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87A5B-213E-6418-D3E6-9232B638E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8A94A7-D773-6D21-87C3-D3714B1AB71C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062F0-D9D5-E328-8816-FD7C4113F5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03575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450EA-ABA4-BE0D-32AF-D5C4B0BA0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5F1B3D7-2895-D09C-5AF4-74300C66D00B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34B53B-C400-FD9C-47A3-7DC6E7ED5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475592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78D64-F2CC-E3BF-FB7B-F2C80D03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82844C7-0666-897F-EAB5-96633AEB4B10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91B2B7-993D-A598-D361-7BDF45123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48935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844B-F447-739E-FDFE-DC2EAD593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EB893B-28DF-F7CB-8571-8A45BA595B9C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D82AD6-D515-1013-5813-4F5D0E2C1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5640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A20C6-6E22-E6D7-0022-8531C451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2988385-4955-1BD8-57EE-D1ADE82C8631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567A50-4E8C-D2A4-1FFC-353871630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1935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2E310-158D-7824-A8B6-2B83577A3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BA2274B-B66B-DBB4-83A7-5CA5C047CD2E}"/>
              </a:ext>
            </a:extLst>
          </p:cNvPr>
          <p:cNvSpPr txBox="1"/>
          <p:nvPr/>
        </p:nvSpPr>
        <p:spPr>
          <a:xfrm>
            <a:off x="3601155" y="951468"/>
            <a:ext cx="4989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6E96E6-9531-2B37-1DDF-DED18A7C6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787426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13A24-7716-801F-3ABB-207CD00C3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5B5E27-CBBE-186A-09E5-91C28E3DD1B9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88B52C-34F6-2B46-6E27-1FB858076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38555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02413-A43E-4021-98CC-7D302405B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9860A-802C-0073-410C-3F70C65552FF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ACAD5C-AA13-7198-DD40-17EDB762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29300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687A-EA86-2B6C-F219-78D9C2D2D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75A93F-FFFF-7493-B361-725D16A268E7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B2796-CE83-715E-9B8B-D4E71E60C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722307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9FC65-6928-5F26-F4CE-4A9707A35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700207-AD88-E002-DA3A-BB499046B93F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BED432-8804-D05A-0413-CFE690634A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72983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F6FB20-159D-1AC1-5B07-2B9F0E0DC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11CF7BE-8219-3896-BB8C-CC01DEE61504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2AEF77-40AE-4E01-87F3-835A5A53D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71339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681D9-32F3-FC78-A96B-2AE66ECA4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A2B2AA-7A28-3925-8EC2-5E3FBFE067D7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50C962-1BDC-B4D9-0C05-1F94168F0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124089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54918-BDCC-7D41-C41A-B922D6EFE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D9D243-4140-1265-81CC-2F8419A4875E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D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81651E-52DD-3716-6356-BBBB28B82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087107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54D6A-244A-8608-14CE-5F0E02AA8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C7E8F5-1EFC-C755-19AB-3CF3E1D38B98}"/>
              </a:ext>
            </a:extLst>
          </p:cNvPr>
          <p:cNvSpPr txBox="1"/>
          <p:nvPr/>
        </p:nvSpPr>
        <p:spPr>
          <a:xfrm>
            <a:off x="3589866" y="951468"/>
            <a:ext cx="50122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D70E39-758C-7189-BEE5-A198622C0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948249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4AE53-A68A-B623-B481-7304E3C93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A5EBE2-A121-070B-2F91-2900C059CE5C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2B7BA-F034-086E-90E2-454661E5B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19327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9189C-0CE4-7014-F1DC-9B8FF6C0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DB80E4-481B-20F6-6145-B0A124673EAA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EF6B1B-1176-9744-3DD2-69CDD9948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875512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D9372-D544-E674-4276-B459B44AB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42750A-D1B9-C806-8910-5201F9B915F8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D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3E8F6C-F545-14DD-08B8-9A3F1FCCC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535641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24646-3C77-6CA5-8FFE-A3DABC47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0D1352-3838-A3CE-026C-6A363161B546}"/>
              </a:ext>
            </a:extLst>
          </p:cNvPr>
          <p:cNvSpPr txBox="1"/>
          <p:nvPr/>
        </p:nvSpPr>
        <p:spPr>
          <a:xfrm>
            <a:off x="3138311" y="951468"/>
            <a:ext cx="591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</a:t>
            </a:r>
            <a:r>
              <a:rPr lang="en-GB" dirty="0"/>
              <a:t> 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FAFE67-2A58-C83D-722F-5281D8F9A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96399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95F2B-0F9B-169A-02C8-53314D654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D54851-62DC-932F-0E60-1D90AB7C66D6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D6717B-BED4-CE6E-A9D6-0696D70A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19271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0815-E7B7-5EC5-62A2-13D69C3DB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875A75C-49DD-0BCA-F813-120E310CB99E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02654DF-7993-6E05-889B-97F32692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6479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23CCE-AD3F-9109-9FD6-3432A4BD6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C2F3426-537B-C875-3963-54F36CC54FE2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ED7DF4-4118-5AF9-9636-B1E943EAA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140494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A4B4-E48E-76F0-DE96-138F27660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71E26B-7607-D27B-74FC-B8B665C48F46}"/>
              </a:ext>
            </a:extLst>
          </p:cNvPr>
          <p:cNvSpPr txBox="1"/>
          <p:nvPr/>
        </p:nvSpPr>
        <p:spPr>
          <a:xfrm>
            <a:off x="3505200" y="951468"/>
            <a:ext cx="518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E0D6B-695C-E3FB-1263-4E5E488C1C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614537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6725-FE72-ADF7-8221-58814CDF8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CF759-D408-B2DA-AA8A-2EB1DA7E2AEB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533A45-9FE1-5491-4C09-0CBC7BC48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9199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E992B-1859-E7E6-C649-6C3C31F2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B8964D-4911-7DEE-322D-7E34A0981E6A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4EF6D8-51CE-6792-5ABF-D4B502798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885432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1980E-C335-65BB-8BF5-44A7CCC57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C154B7-0D45-ACBF-189C-F31922FD324D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EE8489-CD7E-06EC-88E0-80BB73FC14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89884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AEBD4-CBB6-AFA3-72FB-D9C3DBD8C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8B77C2-9060-BA26-6BC8-873793FAB0C4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35EE79-8A36-B5BE-E981-7BA9397A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199089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29836-85A5-F4C2-9368-320FB7951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FBD2CE2-46A6-3364-576E-F161B39B71D2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A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043896-6FC0-7084-4B91-6BC4984A1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376355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B4B8E0-BC8C-9659-5CE1-8AFDC4DA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7D63A3-306C-E51D-9F28-9A1338DCC9C2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B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76BA36-4248-F6D1-C800-7165D6AB1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03464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AE42-3592-934D-6FF9-8901F2686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3B2E94-D1F9-092B-FC67-BB7A6E784A09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C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057A3-E49C-767A-0E66-0C84A85FC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313082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62058-1376-FA23-5ABD-946FD884B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61D93C-28E8-5117-1834-4D962FE7E483}"/>
              </a:ext>
            </a:extLst>
          </p:cNvPr>
          <p:cNvSpPr txBox="1"/>
          <p:nvPr/>
        </p:nvSpPr>
        <p:spPr>
          <a:xfrm>
            <a:off x="3471333" y="951468"/>
            <a:ext cx="5249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bar </a:t>
            </a:r>
            <a:r>
              <a:rPr lang="en-GB" b="1" dirty="0"/>
              <a:t>E</a:t>
            </a:r>
            <a:r>
              <a:rPr lang="en-GB" dirty="0"/>
              <a:t> of the whole bar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59966-2ED9-2B78-4B29-B5E03DC28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799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91538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41AFF-6CBD-80C1-809C-C949F54F2F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5F32437-48B2-14D8-F1EC-F9EB21E32866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A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3EDD90-8769-8B95-3992-694266CE2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177406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234D7-E5A6-9205-49F2-10C68BD7B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DBE78C-F27D-B69C-7C29-BAF6B69EF7A7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B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A8B4BF-FDEB-443C-E38F-42D875437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94247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FBAB2-0F4F-9A21-ABE1-5E09B427A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90702C2-23BA-F002-3766-47CAD9CA5B3E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C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95BDFD-336D-CF37-A3A4-0EB785DDA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1104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4B64A-B166-648B-A03A-3A5FF821F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A8EC62-BFDA-C7DA-8B54-3FCF9043D105}"/>
              </a:ext>
            </a:extLst>
          </p:cNvPr>
          <p:cNvSpPr txBox="1"/>
          <p:nvPr/>
        </p:nvSpPr>
        <p:spPr>
          <a:xfrm>
            <a:off x="3138311" y="951468"/>
            <a:ext cx="59379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dirty="0"/>
              <a:t>What percentage is segment </a:t>
            </a:r>
            <a:r>
              <a:rPr lang="en-GB" b="1" dirty="0"/>
              <a:t>E </a:t>
            </a:r>
            <a:r>
              <a:rPr lang="en-GB" dirty="0"/>
              <a:t>of the whole pie chart?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11B178-FC8E-6022-B715-687D377EA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7800" y="1320800"/>
            <a:ext cx="4216400" cy="42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501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2209</Words>
  <Application>Microsoft Macintosh PowerPoint</Application>
  <PresentationFormat>Widescreen</PresentationFormat>
  <Paragraphs>492</Paragraphs>
  <Slides>164</Slides>
  <Notes>164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164</vt:i4>
      </vt:variant>
    </vt:vector>
  </HeadingPairs>
  <TitlesOfParts>
    <vt:vector size="16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CHUNG, FIONA (PGR)</dc:creator>
  <cp:lastModifiedBy>CHUNG, FIONA (PGR)</cp:lastModifiedBy>
  <cp:revision>1</cp:revision>
  <dcterms:created xsi:type="dcterms:W3CDTF">2026-06-17T10:45:37Z</dcterms:created>
  <dcterms:modified xsi:type="dcterms:W3CDTF">2026-06-18T17:53:51Z</dcterms:modified>
</cp:coreProperties>
</file>